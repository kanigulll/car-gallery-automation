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24"/>
  </p:notesMasterIdLst>
  <p:sldIdLst>
    <p:sldId id="256" r:id="rId2"/>
    <p:sldId id="278" r:id="rId3"/>
    <p:sldId id="279" r:id="rId4"/>
    <p:sldId id="280" r:id="rId5"/>
    <p:sldId id="260" r:id="rId6"/>
    <p:sldId id="269" r:id="rId7"/>
    <p:sldId id="268" r:id="rId8"/>
    <p:sldId id="270" r:id="rId9"/>
    <p:sldId id="271" r:id="rId10"/>
    <p:sldId id="272" r:id="rId11"/>
    <p:sldId id="273" r:id="rId12"/>
    <p:sldId id="261" r:id="rId13"/>
    <p:sldId id="277" r:id="rId14"/>
    <p:sldId id="262" r:id="rId15"/>
    <p:sldId id="274" r:id="rId16"/>
    <p:sldId id="263" r:id="rId17"/>
    <p:sldId id="281" r:id="rId18"/>
    <p:sldId id="282" r:id="rId19"/>
    <p:sldId id="283" r:id="rId20"/>
    <p:sldId id="264" r:id="rId21"/>
    <p:sldId id="265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46067-D37A-4D27-9269-EC7BBB938AAD}" v="37" dt="2025-05-21T12:56:46.953"/>
    <p1510:client id="{2E18448E-2E3B-45FF-BF09-3510919C8899}" v="825" dt="2025-05-21T17:26:42.744"/>
    <p1510:client id="{73AB97F0-731D-4CD9-85F4-C8982637F876}" v="24" dt="2025-05-21T19:53:02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234" autoAdjust="0"/>
  </p:normalViewPr>
  <p:slideViewPr>
    <p:cSldViewPr snapToGrid="0" snapToObjects="1">
      <p:cViewPr varScale="1">
        <p:scale>
          <a:sx n="76" d="100"/>
          <a:sy n="76" d="100"/>
        </p:scale>
        <p:origin x="16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5F0D66-2CD3-465A-8FDE-9111929B1E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C19BB8-7306-41D5-9D81-8215276BB185}">
      <dgm:prSet/>
      <dgm:spPr/>
      <dgm:t>
        <a:bodyPr/>
        <a:lstStyle/>
        <a:p>
          <a:r>
            <a:rPr lang="en-GB" b="1" dirty="0"/>
            <a:t>Programming Language:</a:t>
          </a:r>
          <a:r>
            <a:rPr lang="en-GB" dirty="0"/>
            <a:t> Java</a:t>
          </a:r>
          <a:endParaRPr lang="en-US" dirty="0"/>
        </a:p>
      </dgm:t>
    </dgm:pt>
    <dgm:pt modelId="{13A7248E-EE9B-42CC-B20D-05148CD5B753}" type="parTrans" cxnId="{A77C665D-7F6B-4DE9-A6A3-6B5D9E941D6D}">
      <dgm:prSet/>
      <dgm:spPr/>
      <dgm:t>
        <a:bodyPr/>
        <a:lstStyle/>
        <a:p>
          <a:endParaRPr lang="en-US"/>
        </a:p>
      </dgm:t>
    </dgm:pt>
    <dgm:pt modelId="{7317544E-F059-4E7A-B016-FC6BAC263E48}" type="sibTrans" cxnId="{A77C665D-7F6B-4DE9-A6A3-6B5D9E941D6D}">
      <dgm:prSet/>
      <dgm:spPr/>
      <dgm:t>
        <a:bodyPr/>
        <a:lstStyle/>
        <a:p>
          <a:endParaRPr lang="en-US"/>
        </a:p>
      </dgm:t>
    </dgm:pt>
    <dgm:pt modelId="{634CC2C8-45D0-4CC6-BD66-AF97BC71C90A}">
      <dgm:prSet/>
      <dgm:spPr/>
      <dgm:t>
        <a:bodyPr/>
        <a:lstStyle/>
        <a:p>
          <a:r>
            <a:rPr lang="en-GB" b="1" dirty="0"/>
            <a:t>GUI Library:</a:t>
          </a:r>
          <a:r>
            <a:rPr lang="en-GB" dirty="0"/>
            <a:t> Swing</a:t>
          </a:r>
          <a:endParaRPr lang="en-US" dirty="0"/>
        </a:p>
      </dgm:t>
    </dgm:pt>
    <dgm:pt modelId="{432AA42D-9E36-474B-9AF1-203A38041779}" type="parTrans" cxnId="{D5A67044-A88C-4003-A228-EF181329F4DF}">
      <dgm:prSet/>
      <dgm:spPr/>
      <dgm:t>
        <a:bodyPr/>
        <a:lstStyle/>
        <a:p>
          <a:endParaRPr lang="en-US"/>
        </a:p>
      </dgm:t>
    </dgm:pt>
    <dgm:pt modelId="{A3A1BC15-0B9F-4B5E-97F1-7317FDF36BD9}" type="sibTrans" cxnId="{D5A67044-A88C-4003-A228-EF181329F4DF}">
      <dgm:prSet/>
      <dgm:spPr/>
      <dgm:t>
        <a:bodyPr/>
        <a:lstStyle/>
        <a:p>
          <a:endParaRPr lang="en-US"/>
        </a:p>
      </dgm:t>
    </dgm:pt>
    <dgm:pt modelId="{7335208E-7050-49DA-97BD-D4B8CE80DE87}">
      <dgm:prSet/>
      <dgm:spPr/>
      <dgm:t>
        <a:bodyPr/>
        <a:lstStyle/>
        <a:p>
          <a:r>
            <a:rPr lang="en-GB" b="1"/>
            <a:t>Database:</a:t>
          </a:r>
          <a:r>
            <a:rPr lang="en-GB"/>
            <a:t> MySQL</a:t>
          </a:r>
          <a:endParaRPr lang="en-US"/>
        </a:p>
      </dgm:t>
    </dgm:pt>
    <dgm:pt modelId="{DD131111-AE3A-49BF-84EB-7092E7AAF287}" type="parTrans" cxnId="{6D0C4CFB-84B1-421A-8DBA-D35FD951BF92}">
      <dgm:prSet/>
      <dgm:spPr/>
      <dgm:t>
        <a:bodyPr/>
        <a:lstStyle/>
        <a:p>
          <a:endParaRPr lang="en-US"/>
        </a:p>
      </dgm:t>
    </dgm:pt>
    <dgm:pt modelId="{9EF9F3D7-D83C-46CE-8E00-434FD926E612}" type="sibTrans" cxnId="{6D0C4CFB-84B1-421A-8DBA-D35FD951BF92}">
      <dgm:prSet/>
      <dgm:spPr/>
      <dgm:t>
        <a:bodyPr/>
        <a:lstStyle/>
        <a:p>
          <a:endParaRPr lang="en-US"/>
        </a:p>
      </dgm:t>
    </dgm:pt>
    <dgm:pt modelId="{53D38F8E-050A-4EEC-AA40-716B2ED72A59}">
      <dgm:prSet/>
      <dgm:spPr/>
      <dgm:t>
        <a:bodyPr/>
        <a:lstStyle/>
        <a:p>
          <a:r>
            <a:rPr lang="en-GB" b="1" dirty="0"/>
            <a:t>Database Access:</a:t>
          </a:r>
          <a:r>
            <a:rPr lang="en-GB" dirty="0"/>
            <a:t> JDBC (DAO Pattern)</a:t>
          </a:r>
          <a:endParaRPr lang="en-US" dirty="0"/>
        </a:p>
      </dgm:t>
    </dgm:pt>
    <dgm:pt modelId="{7893E81A-90CE-4CA4-9C67-71FBE565AEED}" type="parTrans" cxnId="{C35EF1C0-EDCD-4BBC-8CE1-86DF31C6C50B}">
      <dgm:prSet/>
      <dgm:spPr/>
      <dgm:t>
        <a:bodyPr/>
        <a:lstStyle/>
        <a:p>
          <a:endParaRPr lang="en-US"/>
        </a:p>
      </dgm:t>
    </dgm:pt>
    <dgm:pt modelId="{3417281C-077E-4E31-91F6-37E4A69D96AF}" type="sibTrans" cxnId="{C35EF1C0-EDCD-4BBC-8CE1-86DF31C6C50B}">
      <dgm:prSet/>
      <dgm:spPr/>
      <dgm:t>
        <a:bodyPr/>
        <a:lstStyle/>
        <a:p>
          <a:endParaRPr lang="en-US"/>
        </a:p>
      </dgm:t>
    </dgm:pt>
    <dgm:pt modelId="{163DE3D2-74FA-4AEA-A205-4020FF038B31}">
      <dgm:prSet/>
      <dgm:spPr/>
      <dgm:t>
        <a:bodyPr/>
        <a:lstStyle/>
        <a:p>
          <a:r>
            <a:rPr lang="en-GB" b="1" dirty="0"/>
            <a:t>IDE:</a:t>
          </a:r>
          <a:r>
            <a:rPr lang="en-GB" dirty="0"/>
            <a:t> Eclipse</a:t>
          </a:r>
          <a:endParaRPr lang="en-US" dirty="0"/>
        </a:p>
      </dgm:t>
    </dgm:pt>
    <dgm:pt modelId="{BD5B4228-9B62-4624-BEFF-A597FF8178DB}" type="parTrans" cxnId="{89EB3753-5870-4F40-A6A9-B08E9D1C9E26}">
      <dgm:prSet/>
      <dgm:spPr/>
      <dgm:t>
        <a:bodyPr/>
        <a:lstStyle/>
        <a:p>
          <a:endParaRPr lang="en-US"/>
        </a:p>
      </dgm:t>
    </dgm:pt>
    <dgm:pt modelId="{605DF30E-0C14-4656-AA13-6FA305993EBD}" type="sibTrans" cxnId="{89EB3753-5870-4F40-A6A9-B08E9D1C9E26}">
      <dgm:prSet/>
      <dgm:spPr/>
      <dgm:t>
        <a:bodyPr/>
        <a:lstStyle/>
        <a:p>
          <a:endParaRPr lang="en-US"/>
        </a:p>
      </dgm:t>
    </dgm:pt>
    <dgm:pt modelId="{5B3B3E94-0605-400F-9A37-A34D58DCC1A4}">
      <dgm:prSet/>
      <dgm:spPr/>
      <dgm:t>
        <a:bodyPr/>
        <a:lstStyle/>
        <a:p>
          <a:r>
            <a:rPr lang="en-GB" b="1" dirty="0"/>
            <a:t>File Handling:</a:t>
          </a:r>
          <a:r>
            <a:rPr lang="en-GB" dirty="0"/>
            <a:t> </a:t>
          </a:r>
          <a:r>
            <a:rPr lang="en-GB" dirty="0" err="1"/>
            <a:t>JFileChooser</a:t>
          </a:r>
          <a:r>
            <a:rPr lang="en-GB" dirty="0"/>
            <a:t> for image selection</a:t>
          </a:r>
          <a:endParaRPr lang="en-US" dirty="0"/>
        </a:p>
      </dgm:t>
    </dgm:pt>
    <dgm:pt modelId="{A5053F66-9509-4E99-84CF-AA9B147ED9EC}" type="parTrans" cxnId="{B002B03B-EB46-45C1-9CAC-E61ACFDBC605}">
      <dgm:prSet/>
      <dgm:spPr/>
      <dgm:t>
        <a:bodyPr/>
        <a:lstStyle/>
        <a:p>
          <a:endParaRPr lang="en-US"/>
        </a:p>
      </dgm:t>
    </dgm:pt>
    <dgm:pt modelId="{5C3D824C-60F1-43F0-B404-8EFE3A89F1D6}" type="sibTrans" cxnId="{B002B03B-EB46-45C1-9CAC-E61ACFDBC605}">
      <dgm:prSet/>
      <dgm:spPr/>
      <dgm:t>
        <a:bodyPr/>
        <a:lstStyle/>
        <a:p>
          <a:endParaRPr lang="en-US"/>
        </a:p>
      </dgm:t>
    </dgm:pt>
    <dgm:pt modelId="{78DD7B1F-AD66-4A50-A173-DC5BD7E63ADF}" type="pres">
      <dgm:prSet presAssocID="{3F5F0D66-2CD3-465A-8FDE-9111929B1E0B}" presName="vert0" presStyleCnt="0">
        <dgm:presLayoutVars>
          <dgm:dir/>
          <dgm:animOne val="branch"/>
          <dgm:animLvl val="lvl"/>
        </dgm:presLayoutVars>
      </dgm:prSet>
      <dgm:spPr/>
    </dgm:pt>
    <dgm:pt modelId="{473B1095-0956-4D15-A902-B6B997CF1245}" type="pres">
      <dgm:prSet presAssocID="{09C19BB8-7306-41D5-9D81-8215276BB185}" presName="thickLine" presStyleLbl="alignNode1" presStyleIdx="0" presStyleCnt="6"/>
      <dgm:spPr/>
    </dgm:pt>
    <dgm:pt modelId="{5C0B5CCD-B26A-47D1-8BE9-38B41B291E6F}" type="pres">
      <dgm:prSet presAssocID="{09C19BB8-7306-41D5-9D81-8215276BB185}" presName="horz1" presStyleCnt="0"/>
      <dgm:spPr/>
    </dgm:pt>
    <dgm:pt modelId="{EAC79DCF-257E-4B13-B933-299E04D25A69}" type="pres">
      <dgm:prSet presAssocID="{09C19BB8-7306-41D5-9D81-8215276BB185}" presName="tx1" presStyleLbl="revTx" presStyleIdx="0" presStyleCnt="6"/>
      <dgm:spPr/>
    </dgm:pt>
    <dgm:pt modelId="{8026695D-83C2-4AA2-AF63-F4999D34674B}" type="pres">
      <dgm:prSet presAssocID="{09C19BB8-7306-41D5-9D81-8215276BB185}" presName="vert1" presStyleCnt="0"/>
      <dgm:spPr/>
    </dgm:pt>
    <dgm:pt modelId="{182EDBC6-2A0D-4EC8-96F4-1D2DD6D85A90}" type="pres">
      <dgm:prSet presAssocID="{634CC2C8-45D0-4CC6-BD66-AF97BC71C90A}" presName="thickLine" presStyleLbl="alignNode1" presStyleIdx="1" presStyleCnt="6"/>
      <dgm:spPr/>
    </dgm:pt>
    <dgm:pt modelId="{33D040D1-D389-4DB2-9693-8B19329F6BFF}" type="pres">
      <dgm:prSet presAssocID="{634CC2C8-45D0-4CC6-BD66-AF97BC71C90A}" presName="horz1" presStyleCnt="0"/>
      <dgm:spPr/>
    </dgm:pt>
    <dgm:pt modelId="{263E9AE7-EF9F-41F5-9E32-2D38892590CF}" type="pres">
      <dgm:prSet presAssocID="{634CC2C8-45D0-4CC6-BD66-AF97BC71C90A}" presName="tx1" presStyleLbl="revTx" presStyleIdx="1" presStyleCnt="6"/>
      <dgm:spPr/>
    </dgm:pt>
    <dgm:pt modelId="{24BF1180-6E10-4C01-8D66-6F1A5C15AC43}" type="pres">
      <dgm:prSet presAssocID="{634CC2C8-45D0-4CC6-BD66-AF97BC71C90A}" presName="vert1" presStyleCnt="0"/>
      <dgm:spPr/>
    </dgm:pt>
    <dgm:pt modelId="{3D22DD3F-C005-4871-BABC-97CF99A2D643}" type="pres">
      <dgm:prSet presAssocID="{7335208E-7050-49DA-97BD-D4B8CE80DE87}" presName="thickLine" presStyleLbl="alignNode1" presStyleIdx="2" presStyleCnt="6"/>
      <dgm:spPr/>
    </dgm:pt>
    <dgm:pt modelId="{971FE06F-F618-46CA-BCEC-0AE1D64853C7}" type="pres">
      <dgm:prSet presAssocID="{7335208E-7050-49DA-97BD-D4B8CE80DE87}" presName="horz1" presStyleCnt="0"/>
      <dgm:spPr/>
    </dgm:pt>
    <dgm:pt modelId="{FDC90DA1-24E3-46FA-90AF-5A1B7CD6BC23}" type="pres">
      <dgm:prSet presAssocID="{7335208E-7050-49DA-97BD-D4B8CE80DE87}" presName="tx1" presStyleLbl="revTx" presStyleIdx="2" presStyleCnt="6"/>
      <dgm:spPr/>
    </dgm:pt>
    <dgm:pt modelId="{3CAD4887-11C7-4D95-9E90-F54C994E5F95}" type="pres">
      <dgm:prSet presAssocID="{7335208E-7050-49DA-97BD-D4B8CE80DE87}" presName="vert1" presStyleCnt="0"/>
      <dgm:spPr/>
    </dgm:pt>
    <dgm:pt modelId="{CBF71C08-481E-436F-A2DF-F411AE944DFE}" type="pres">
      <dgm:prSet presAssocID="{53D38F8E-050A-4EEC-AA40-716B2ED72A59}" presName="thickLine" presStyleLbl="alignNode1" presStyleIdx="3" presStyleCnt="6"/>
      <dgm:spPr/>
    </dgm:pt>
    <dgm:pt modelId="{47E25E8B-C574-4D1F-A28D-9DE5AC30022B}" type="pres">
      <dgm:prSet presAssocID="{53D38F8E-050A-4EEC-AA40-716B2ED72A59}" presName="horz1" presStyleCnt="0"/>
      <dgm:spPr/>
    </dgm:pt>
    <dgm:pt modelId="{06B12BF5-669E-45EC-8925-21AF0DDB5ECD}" type="pres">
      <dgm:prSet presAssocID="{53D38F8E-050A-4EEC-AA40-716B2ED72A59}" presName="tx1" presStyleLbl="revTx" presStyleIdx="3" presStyleCnt="6"/>
      <dgm:spPr/>
    </dgm:pt>
    <dgm:pt modelId="{B084A30B-63C8-4292-871F-FA503826FCCD}" type="pres">
      <dgm:prSet presAssocID="{53D38F8E-050A-4EEC-AA40-716B2ED72A59}" presName="vert1" presStyleCnt="0"/>
      <dgm:spPr/>
    </dgm:pt>
    <dgm:pt modelId="{E3BAE45D-0189-472C-9C65-9687072C1883}" type="pres">
      <dgm:prSet presAssocID="{163DE3D2-74FA-4AEA-A205-4020FF038B31}" presName="thickLine" presStyleLbl="alignNode1" presStyleIdx="4" presStyleCnt="6"/>
      <dgm:spPr/>
    </dgm:pt>
    <dgm:pt modelId="{6E0511D8-0329-49C7-9035-ABBCE4B1C39D}" type="pres">
      <dgm:prSet presAssocID="{163DE3D2-74FA-4AEA-A205-4020FF038B31}" presName="horz1" presStyleCnt="0"/>
      <dgm:spPr/>
    </dgm:pt>
    <dgm:pt modelId="{0CBE3E2E-7DF4-4F95-A537-D7733D98130B}" type="pres">
      <dgm:prSet presAssocID="{163DE3D2-74FA-4AEA-A205-4020FF038B31}" presName="tx1" presStyleLbl="revTx" presStyleIdx="4" presStyleCnt="6"/>
      <dgm:spPr/>
    </dgm:pt>
    <dgm:pt modelId="{BCF6F3F3-8C61-4D0F-8736-B66BE172F9E4}" type="pres">
      <dgm:prSet presAssocID="{163DE3D2-74FA-4AEA-A205-4020FF038B31}" presName="vert1" presStyleCnt="0"/>
      <dgm:spPr/>
    </dgm:pt>
    <dgm:pt modelId="{3D91D4A1-4F25-4C63-BFAB-8E8983E93031}" type="pres">
      <dgm:prSet presAssocID="{5B3B3E94-0605-400F-9A37-A34D58DCC1A4}" presName="thickLine" presStyleLbl="alignNode1" presStyleIdx="5" presStyleCnt="6"/>
      <dgm:spPr/>
    </dgm:pt>
    <dgm:pt modelId="{3D303F7E-B208-416A-8291-0FE7CFAA263D}" type="pres">
      <dgm:prSet presAssocID="{5B3B3E94-0605-400F-9A37-A34D58DCC1A4}" presName="horz1" presStyleCnt="0"/>
      <dgm:spPr/>
    </dgm:pt>
    <dgm:pt modelId="{69EA2A5F-70F6-49C6-9349-0BA991F566C8}" type="pres">
      <dgm:prSet presAssocID="{5B3B3E94-0605-400F-9A37-A34D58DCC1A4}" presName="tx1" presStyleLbl="revTx" presStyleIdx="5" presStyleCnt="6"/>
      <dgm:spPr/>
    </dgm:pt>
    <dgm:pt modelId="{9F786D09-BB54-4B3B-A0F3-A72B450B004F}" type="pres">
      <dgm:prSet presAssocID="{5B3B3E94-0605-400F-9A37-A34D58DCC1A4}" presName="vert1" presStyleCnt="0"/>
      <dgm:spPr/>
    </dgm:pt>
  </dgm:ptLst>
  <dgm:cxnLst>
    <dgm:cxn modelId="{B02F9223-EEBA-4713-A2A7-9C04DDCAA162}" type="presOf" srcId="{5B3B3E94-0605-400F-9A37-A34D58DCC1A4}" destId="{69EA2A5F-70F6-49C6-9349-0BA991F566C8}" srcOrd="0" destOrd="0" presId="urn:microsoft.com/office/officeart/2008/layout/LinedList"/>
    <dgm:cxn modelId="{B002B03B-EB46-45C1-9CAC-E61ACFDBC605}" srcId="{3F5F0D66-2CD3-465A-8FDE-9111929B1E0B}" destId="{5B3B3E94-0605-400F-9A37-A34D58DCC1A4}" srcOrd="5" destOrd="0" parTransId="{A5053F66-9509-4E99-84CF-AA9B147ED9EC}" sibTransId="{5C3D824C-60F1-43F0-B404-8EFE3A89F1D6}"/>
    <dgm:cxn modelId="{A77C665D-7F6B-4DE9-A6A3-6B5D9E941D6D}" srcId="{3F5F0D66-2CD3-465A-8FDE-9111929B1E0B}" destId="{09C19BB8-7306-41D5-9D81-8215276BB185}" srcOrd="0" destOrd="0" parTransId="{13A7248E-EE9B-42CC-B20D-05148CD5B753}" sibTransId="{7317544E-F059-4E7A-B016-FC6BAC263E48}"/>
    <dgm:cxn modelId="{D5A67044-A88C-4003-A228-EF181329F4DF}" srcId="{3F5F0D66-2CD3-465A-8FDE-9111929B1E0B}" destId="{634CC2C8-45D0-4CC6-BD66-AF97BC71C90A}" srcOrd="1" destOrd="0" parTransId="{432AA42D-9E36-474B-9AF1-203A38041779}" sibTransId="{A3A1BC15-0B9F-4B5E-97F1-7317FDF36BD9}"/>
    <dgm:cxn modelId="{89EB3753-5870-4F40-A6A9-B08E9D1C9E26}" srcId="{3F5F0D66-2CD3-465A-8FDE-9111929B1E0B}" destId="{163DE3D2-74FA-4AEA-A205-4020FF038B31}" srcOrd="4" destOrd="0" parTransId="{BD5B4228-9B62-4624-BEFF-A597FF8178DB}" sibTransId="{605DF30E-0C14-4656-AA13-6FA305993EBD}"/>
    <dgm:cxn modelId="{14FC277C-5A4F-4FC3-9E39-BE9D6C5CAA9F}" type="presOf" srcId="{634CC2C8-45D0-4CC6-BD66-AF97BC71C90A}" destId="{263E9AE7-EF9F-41F5-9E32-2D38892590CF}" srcOrd="0" destOrd="0" presId="urn:microsoft.com/office/officeart/2008/layout/LinedList"/>
    <dgm:cxn modelId="{3F15E6BB-395A-460A-BDE1-44C664AE3B9F}" type="presOf" srcId="{3F5F0D66-2CD3-465A-8FDE-9111929B1E0B}" destId="{78DD7B1F-AD66-4A50-A173-DC5BD7E63ADF}" srcOrd="0" destOrd="0" presId="urn:microsoft.com/office/officeart/2008/layout/LinedList"/>
    <dgm:cxn modelId="{C35EF1C0-EDCD-4BBC-8CE1-86DF31C6C50B}" srcId="{3F5F0D66-2CD3-465A-8FDE-9111929B1E0B}" destId="{53D38F8E-050A-4EEC-AA40-716B2ED72A59}" srcOrd="3" destOrd="0" parTransId="{7893E81A-90CE-4CA4-9C67-71FBE565AEED}" sibTransId="{3417281C-077E-4E31-91F6-37E4A69D96AF}"/>
    <dgm:cxn modelId="{ABD98CCA-3587-46A9-843A-16A13AD374FD}" type="presOf" srcId="{7335208E-7050-49DA-97BD-D4B8CE80DE87}" destId="{FDC90DA1-24E3-46FA-90AF-5A1B7CD6BC23}" srcOrd="0" destOrd="0" presId="urn:microsoft.com/office/officeart/2008/layout/LinedList"/>
    <dgm:cxn modelId="{C46372CD-F3B3-4092-B947-22A742BF2CD2}" type="presOf" srcId="{53D38F8E-050A-4EEC-AA40-716B2ED72A59}" destId="{06B12BF5-669E-45EC-8925-21AF0DDB5ECD}" srcOrd="0" destOrd="0" presId="urn:microsoft.com/office/officeart/2008/layout/LinedList"/>
    <dgm:cxn modelId="{42F004D4-EB8B-4E8E-8682-9B9E04D3F258}" type="presOf" srcId="{163DE3D2-74FA-4AEA-A205-4020FF038B31}" destId="{0CBE3E2E-7DF4-4F95-A537-D7733D98130B}" srcOrd="0" destOrd="0" presId="urn:microsoft.com/office/officeart/2008/layout/LinedList"/>
    <dgm:cxn modelId="{E986BDF9-6DD6-474C-A7C4-5918A83DBBFE}" type="presOf" srcId="{09C19BB8-7306-41D5-9D81-8215276BB185}" destId="{EAC79DCF-257E-4B13-B933-299E04D25A69}" srcOrd="0" destOrd="0" presId="urn:microsoft.com/office/officeart/2008/layout/LinedList"/>
    <dgm:cxn modelId="{6D0C4CFB-84B1-421A-8DBA-D35FD951BF92}" srcId="{3F5F0D66-2CD3-465A-8FDE-9111929B1E0B}" destId="{7335208E-7050-49DA-97BD-D4B8CE80DE87}" srcOrd="2" destOrd="0" parTransId="{DD131111-AE3A-49BF-84EB-7092E7AAF287}" sibTransId="{9EF9F3D7-D83C-46CE-8E00-434FD926E612}"/>
    <dgm:cxn modelId="{5FC0A334-1F03-4438-A03B-BBACD87D7769}" type="presParOf" srcId="{78DD7B1F-AD66-4A50-A173-DC5BD7E63ADF}" destId="{473B1095-0956-4D15-A902-B6B997CF1245}" srcOrd="0" destOrd="0" presId="urn:microsoft.com/office/officeart/2008/layout/LinedList"/>
    <dgm:cxn modelId="{E5D3F381-B698-468E-9E04-E0ED71459EC2}" type="presParOf" srcId="{78DD7B1F-AD66-4A50-A173-DC5BD7E63ADF}" destId="{5C0B5CCD-B26A-47D1-8BE9-38B41B291E6F}" srcOrd="1" destOrd="0" presId="urn:microsoft.com/office/officeart/2008/layout/LinedList"/>
    <dgm:cxn modelId="{02289089-3B62-420F-9D17-D0E92FF2CC75}" type="presParOf" srcId="{5C0B5CCD-B26A-47D1-8BE9-38B41B291E6F}" destId="{EAC79DCF-257E-4B13-B933-299E04D25A69}" srcOrd="0" destOrd="0" presId="urn:microsoft.com/office/officeart/2008/layout/LinedList"/>
    <dgm:cxn modelId="{C0C5B3BC-2B31-447A-8441-A4B398461313}" type="presParOf" srcId="{5C0B5CCD-B26A-47D1-8BE9-38B41B291E6F}" destId="{8026695D-83C2-4AA2-AF63-F4999D34674B}" srcOrd="1" destOrd="0" presId="urn:microsoft.com/office/officeart/2008/layout/LinedList"/>
    <dgm:cxn modelId="{E6E55FE8-CEF9-4FEF-AE50-D3CB2706DA0C}" type="presParOf" srcId="{78DD7B1F-AD66-4A50-A173-DC5BD7E63ADF}" destId="{182EDBC6-2A0D-4EC8-96F4-1D2DD6D85A90}" srcOrd="2" destOrd="0" presId="urn:microsoft.com/office/officeart/2008/layout/LinedList"/>
    <dgm:cxn modelId="{B8E99EE5-5931-4158-BA93-EA83AD467179}" type="presParOf" srcId="{78DD7B1F-AD66-4A50-A173-DC5BD7E63ADF}" destId="{33D040D1-D389-4DB2-9693-8B19329F6BFF}" srcOrd="3" destOrd="0" presId="urn:microsoft.com/office/officeart/2008/layout/LinedList"/>
    <dgm:cxn modelId="{B082517F-303D-49CA-A708-1966D5D278CD}" type="presParOf" srcId="{33D040D1-D389-4DB2-9693-8B19329F6BFF}" destId="{263E9AE7-EF9F-41F5-9E32-2D38892590CF}" srcOrd="0" destOrd="0" presId="urn:microsoft.com/office/officeart/2008/layout/LinedList"/>
    <dgm:cxn modelId="{AA36B206-5A91-4C30-8D2E-D0E47AA04950}" type="presParOf" srcId="{33D040D1-D389-4DB2-9693-8B19329F6BFF}" destId="{24BF1180-6E10-4C01-8D66-6F1A5C15AC43}" srcOrd="1" destOrd="0" presId="urn:microsoft.com/office/officeart/2008/layout/LinedList"/>
    <dgm:cxn modelId="{1FAB97B5-C181-4E95-985E-C3EE7EC900A1}" type="presParOf" srcId="{78DD7B1F-AD66-4A50-A173-DC5BD7E63ADF}" destId="{3D22DD3F-C005-4871-BABC-97CF99A2D643}" srcOrd="4" destOrd="0" presId="urn:microsoft.com/office/officeart/2008/layout/LinedList"/>
    <dgm:cxn modelId="{FBE436D6-90A4-4181-9882-87AC58C72788}" type="presParOf" srcId="{78DD7B1F-AD66-4A50-A173-DC5BD7E63ADF}" destId="{971FE06F-F618-46CA-BCEC-0AE1D64853C7}" srcOrd="5" destOrd="0" presId="urn:microsoft.com/office/officeart/2008/layout/LinedList"/>
    <dgm:cxn modelId="{B2C0EF87-3A6B-4197-9075-2A8D6B0EECF9}" type="presParOf" srcId="{971FE06F-F618-46CA-BCEC-0AE1D64853C7}" destId="{FDC90DA1-24E3-46FA-90AF-5A1B7CD6BC23}" srcOrd="0" destOrd="0" presId="urn:microsoft.com/office/officeart/2008/layout/LinedList"/>
    <dgm:cxn modelId="{DB00CD42-2321-4184-A271-2A72F5736B4B}" type="presParOf" srcId="{971FE06F-F618-46CA-BCEC-0AE1D64853C7}" destId="{3CAD4887-11C7-4D95-9E90-F54C994E5F95}" srcOrd="1" destOrd="0" presId="urn:microsoft.com/office/officeart/2008/layout/LinedList"/>
    <dgm:cxn modelId="{E539CC26-1382-4BAC-AA0D-FD5C9EAF8AB3}" type="presParOf" srcId="{78DD7B1F-AD66-4A50-A173-DC5BD7E63ADF}" destId="{CBF71C08-481E-436F-A2DF-F411AE944DFE}" srcOrd="6" destOrd="0" presId="urn:microsoft.com/office/officeart/2008/layout/LinedList"/>
    <dgm:cxn modelId="{BA8E655C-20B2-43DE-95CB-8280B8642720}" type="presParOf" srcId="{78DD7B1F-AD66-4A50-A173-DC5BD7E63ADF}" destId="{47E25E8B-C574-4D1F-A28D-9DE5AC30022B}" srcOrd="7" destOrd="0" presId="urn:microsoft.com/office/officeart/2008/layout/LinedList"/>
    <dgm:cxn modelId="{190E1EEE-7682-4188-954D-4C597D96F0BE}" type="presParOf" srcId="{47E25E8B-C574-4D1F-A28D-9DE5AC30022B}" destId="{06B12BF5-669E-45EC-8925-21AF0DDB5ECD}" srcOrd="0" destOrd="0" presId="urn:microsoft.com/office/officeart/2008/layout/LinedList"/>
    <dgm:cxn modelId="{C0187A12-8749-4F06-AF45-A100DED9B3B5}" type="presParOf" srcId="{47E25E8B-C574-4D1F-A28D-9DE5AC30022B}" destId="{B084A30B-63C8-4292-871F-FA503826FCCD}" srcOrd="1" destOrd="0" presId="urn:microsoft.com/office/officeart/2008/layout/LinedList"/>
    <dgm:cxn modelId="{019AE0AA-9EC7-47D1-94DB-18973E444B02}" type="presParOf" srcId="{78DD7B1F-AD66-4A50-A173-DC5BD7E63ADF}" destId="{E3BAE45D-0189-472C-9C65-9687072C1883}" srcOrd="8" destOrd="0" presId="urn:microsoft.com/office/officeart/2008/layout/LinedList"/>
    <dgm:cxn modelId="{8FEEE763-4E15-4ACE-B4B0-1D8B0D242ACA}" type="presParOf" srcId="{78DD7B1F-AD66-4A50-A173-DC5BD7E63ADF}" destId="{6E0511D8-0329-49C7-9035-ABBCE4B1C39D}" srcOrd="9" destOrd="0" presId="urn:microsoft.com/office/officeart/2008/layout/LinedList"/>
    <dgm:cxn modelId="{41345CA5-C60F-4E4E-A371-D18559E54810}" type="presParOf" srcId="{6E0511D8-0329-49C7-9035-ABBCE4B1C39D}" destId="{0CBE3E2E-7DF4-4F95-A537-D7733D98130B}" srcOrd="0" destOrd="0" presId="urn:microsoft.com/office/officeart/2008/layout/LinedList"/>
    <dgm:cxn modelId="{F77B2A56-1594-465E-923D-82FF6259C343}" type="presParOf" srcId="{6E0511D8-0329-49C7-9035-ABBCE4B1C39D}" destId="{BCF6F3F3-8C61-4D0F-8736-B66BE172F9E4}" srcOrd="1" destOrd="0" presId="urn:microsoft.com/office/officeart/2008/layout/LinedList"/>
    <dgm:cxn modelId="{F1211899-AA57-48C1-8CB7-10A0EFC720B7}" type="presParOf" srcId="{78DD7B1F-AD66-4A50-A173-DC5BD7E63ADF}" destId="{3D91D4A1-4F25-4C63-BFAB-8E8983E93031}" srcOrd="10" destOrd="0" presId="urn:microsoft.com/office/officeart/2008/layout/LinedList"/>
    <dgm:cxn modelId="{659A1831-A017-4771-B479-775DA773F99D}" type="presParOf" srcId="{78DD7B1F-AD66-4A50-A173-DC5BD7E63ADF}" destId="{3D303F7E-B208-416A-8291-0FE7CFAA263D}" srcOrd="11" destOrd="0" presId="urn:microsoft.com/office/officeart/2008/layout/LinedList"/>
    <dgm:cxn modelId="{E600A03E-6340-4EE2-BB9E-6F55A455EDE2}" type="presParOf" srcId="{3D303F7E-B208-416A-8291-0FE7CFAA263D}" destId="{69EA2A5F-70F6-49C6-9349-0BA991F566C8}" srcOrd="0" destOrd="0" presId="urn:microsoft.com/office/officeart/2008/layout/LinedList"/>
    <dgm:cxn modelId="{D7528171-BE1A-4948-B9CB-3BF4F8216945}" type="presParOf" srcId="{3D303F7E-B208-416A-8291-0FE7CFAA263D}" destId="{9F786D09-BB54-4B3B-A0F3-A72B450B00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09ADE5-612A-4008-9B2F-58AD93F091B6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5866242-9CDE-4432-A947-A95A24E702B3}">
      <dgm:prSet/>
      <dgm:spPr/>
      <dgm:t>
        <a:bodyPr/>
        <a:lstStyle/>
        <a:p>
          <a:r>
            <a:rPr lang="en-US" b="1" i="0"/>
            <a:t>User Login</a:t>
          </a:r>
          <a:br>
            <a:rPr lang="en-US" b="0" i="0"/>
          </a:br>
          <a:r>
            <a:rPr lang="en-US" b="0" i="0"/>
            <a:t>User authentication with login screen.</a:t>
          </a:r>
          <a:endParaRPr lang="en-US"/>
        </a:p>
      </dgm:t>
    </dgm:pt>
    <dgm:pt modelId="{37BF7788-4814-4B7E-A41E-9CACC7B783A2}" type="parTrans" cxnId="{AFFC6577-08BD-4D86-A2AC-3E344C38654E}">
      <dgm:prSet/>
      <dgm:spPr/>
      <dgm:t>
        <a:bodyPr/>
        <a:lstStyle/>
        <a:p>
          <a:endParaRPr lang="en-US"/>
        </a:p>
      </dgm:t>
    </dgm:pt>
    <dgm:pt modelId="{6808EF34-3F15-4FD8-952C-E90EB9C22912}" type="sibTrans" cxnId="{AFFC6577-08BD-4D86-A2AC-3E344C38654E}">
      <dgm:prSet/>
      <dgm:spPr/>
      <dgm:t>
        <a:bodyPr/>
        <a:lstStyle/>
        <a:p>
          <a:endParaRPr lang="en-US"/>
        </a:p>
      </dgm:t>
    </dgm:pt>
    <dgm:pt modelId="{CD79E6C5-0B52-4748-886D-35CE81F3A7EC}">
      <dgm:prSet/>
      <dgm:spPr/>
      <dgm:t>
        <a:bodyPr/>
        <a:lstStyle/>
        <a:p>
          <a:r>
            <a:rPr lang="en-US" b="1" i="0"/>
            <a:t>Add Car</a:t>
          </a:r>
          <a:br>
            <a:rPr lang="en-US" b="0" i="0"/>
          </a:br>
          <a:r>
            <a:rPr lang="en-US" b="0" i="0"/>
            <a:t>Add cars with brand, model, mileage, condition, price, and image.</a:t>
          </a:r>
          <a:endParaRPr lang="en-US"/>
        </a:p>
      </dgm:t>
    </dgm:pt>
    <dgm:pt modelId="{968CE6AF-A23E-4A6B-ADD1-36EAE907D694}" type="parTrans" cxnId="{CD103F67-814B-429D-B632-AC97AE71721C}">
      <dgm:prSet/>
      <dgm:spPr/>
      <dgm:t>
        <a:bodyPr/>
        <a:lstStyle/>
        <a:p>
          <a:endParaRPr lang="en-US"/>
        </a:p>
      </dgm:t>
    </dgm:pt>
    <dgm:pt modelId="{85259293-A636-42FA-B319-572D327B6AE7}" type="sibTrans" cxnId="{CD103F67-814B-429D-B632-AC97AE71721C}">
      <dgm:prSet/>
      <dgm:spPr/>
      <dgm:t>
        <a:bodyPr/>
        <a:lstStyle/>
        <a:p>
          <a:endParaRPr lang="en-US"/>
        </a:p>
      </dgm:t>
    </dgm:pt>
    <dgm:pt modelId="{B9DD2C1A-408A-4F26-955E-DF3AFE11BAC7}">
      <dgm:prSet/>
      <dgm:spPr/>
      <dgm:t>
        <a:bodyPr/>
        <a:lstStyle/>
        <a:p>
          <a:r>
            <a:rPr lang="en-US" b="1" i="0" dirty="0"/>
            <a:t>Search &amp; Filter</a:t>
          </a:r>
          <a:br>
            <a:rPr lang="en-US" b="0" i="0" dirty="0"/>
          </a:br>
          <a:r>
            <a:rPr lang="en-US" b="0" i="0" dirty="0" err="1"/>
            <a:t>Filter</a:t>
          </a:r>
          <a:r>
            <a:rPr lang="en-US" b="0" i="0" dirty="0"/>
            <a:t> cars by brand, model, price, or condition.</a:t>
          </a:r>
          <a:endParaRPr lang="en-US" dirty="0"/>
        </a:p>
      </dgm:t>
    </dgm:pt>
    <dgm:pt modelId="{237056C1-39C1-45FC-90EA-054AD66D3EB8}" type="parTrans" cxnId="{824CB0D0-81D8-42FA-A28A-3519F741BCF2}">
      <dgm:prSet/>
      <dgm:spPr/>
      <dgm:t>
        <a:bodyPr/>
        <a:lstStyle/>
        <a:p>
          <a:endParaRPr lang="en-US"/>
        </a:p>
      </dgm:t>
    </dgm:pt>
    <dgm:pt modelId="{6965AB50-DA03-410E-A19E-397D9D18679A}" type="sibTrans" cxnId="{824CB0D0-81D8-42FA-A28A-3519F741BCF2}">
      <dgm:prSet/>
      <dgm:spPr/>
      <dgm:t>
        <a:bodyPr/>
        <a:lstStyle/>
        <a:p>
          <a:endParaRPr lang="en-US"/>
        </a:p>
      </dgm:t>
    </dgm:pt>
    <dgm:pt modelId="{EDD44864-1827-4C5F-AC6E-CAC788C34BC4}">
      <dgm:prSet/>
      <dgm:spPr/>
      <dgm:t>
        <a:bodyPr/>
        <a:lstStyle/>
        <a:p>
          <a:r>
            <a:rPr lang="en-US" b="1" i="0"/>
            <a:t>Delete Car</a:t>
          </a:r>
          <a:br>
            <a:rPr lang="en-US" b="0" i="0"/>
          </a:br>
          <a:r>
            <a:rPr lang="en-US" b="0" i="0"/>
            <a:t>Remove cars with confirmation prompt.</a:t>
          </a:r>
          <a:endParaRPr lang="en-US"/>
        </a:p>
      </dgm:t>
    </dgm:pt>
    <dgm:pt modelId="{F3B7D22C-6342-4C9E-BDA5-A27C56675B6A}" type="parTrans" cxnId="{56C35C0A-2DA7-4286-96BA-4F63C39CCB3E}">
      <dgm:prSet/>
      <dgm:spPr/>
      <dgm:t>
        <a:bodyPr/>
        <a:lstStyle/>
        <a:p>
          <a:endParaRPr lang="en-US"/>
        </a:p>
      </dgm:t>
    </dgm:pt>
    <dgm:pt modelId="{DBEE6089-4FD3-49C9-BDCC-E0881221D256}" type="sibTrans" cxnId="{56C35C0A-2DA7-4286-96BA-4F63C39CCB3E}">
      <dgm:prSet/>
      <dgm:spPr/>
      <dgm:t>
        <a:bodyPr/>
        <a:lstStyle/>
        <a:p>
          <a:endParaRPr lang="en-US"/>
        </a:p>
      </dgm:t>
    </dgm:pt>
    <dgm:pt modelId="{5961674A-FA80-41AD-B8CB-BFD651206865}">
      <dgm:prSet/>
      <dgm:spPr/>
      <dgm:t>
        <a:bodyPr/>
        <a:lstStyle/>
        <a:p>
          <a:r>
            <a:rPr lang="en-US" b="1" i="0"/>
            <a:t>View Details</a:t>
          </a:r>
          <a:br>
            <a:rPr lang="en-US" b="0" i="0"/>
          </a:br>
          <a:r>
            <a:rPr lang="en-US" b="0" i="0"/>
            <a:t>Show full car details and image in a separate dialog.</a:t>
          </a:r>
          <a:endParaRPr lang="en-US"/>
        </a:p>
      </dgm:t>
    </dgm:pt>
    <dgm:pt modelId="{F0F8DFE3-A299-4E61-BA2C-578EC7395502}" type="parTrans" cxnId="{B3C4D30F-9BF9-404C-A6E0-954683E8E44C}">
      <dgm:prSet/>
      <dgm:spPr/>
      <dgm:t>
        <a:bodyPr/>
        <a:lstStyle/>
        <a:p>
          <a:endParaRPr lang="en-US"/>
        </a:p>
      </dgm:t>
    </dgm:pt>
    <dgm:pt modelId="{65DF41ED-DFBC-4F6B-B2A3-39113F730405}" type="sibTrans" cxnId="{B3C4D30F-9BF9-404C-A6E0-954683E8E44C}">
      <dgm:prSet/>
      <dgm:spPr/>
      <dgm:t>
        <a:bodyPr/>
        <a:lstStyle/>
        <a:p>
          <a:endParaRPr lang="en-US"/>
        </a:p>
      </dgm:t>
    </dgm:pt>
    <dgm:pt modelId="{70420AF9-374E-4DC9-86E8-384EF69C9F40}">
      <dgm:prSet/>
      <dgm:spPr/>
      <dgm:t>
        <a:bodyPr/>
        <a:lstStyle/>
        <a:p>
          <a:r>
            <a:rPr lang="en-US" b="1" i="0"/>
            <a:t>Sell Car</a:t>
          </a:r>
          <a:br>
            <a:rPr lang="en-US" b="0" i="0"/>
          </a:br>
          <a:r>
            <a:rPr lang="en-US" b="0" i="0"/>
            <a:t>Enter customer info (name, email, phone, sale price) to complete a sale.</a:t>
          </a:r>
          <a:endParaRPr lang="en-US"/>
        </a:p>
      </dgm:t>
    </dgm:pt>
    <dgm:pt modelId="{451AA822-952B-4805-88A4-DF032783FF59}" type="parTrans" cxnId="{C3BCEE09-CC2A-494A-B8F6-8071914837A1}">
      <dgm:prSet/>
      <dgm:spPr/>
      <dgm:t>
        <a:bodyPr/>
        <a:lstStyle/>
        <a:p>
          <a:endParaRPr lang="en-US"/>
        </a:p>
      </dgm:t>
    </dgm:pt>
    <dgm:pt modelId="{F683862E-1345-4A6A-B518-C56A3E0FC2B4}" type="sibTrans" cxnId="{C3BCEE09-CC2A-494A-B8F6-8071914837A1}">
      <dgm:prSet/>
      <dgm:spPr/>
      <dgm:t>
        <a:bodyPr/>
        <a:lstStyle/>
        <a:p>
          <a:endParaRPr lang="en-US"/>
        </a:p>
      </dgm:t>
    </dgm:pt>
    <dgm:pt modelId="{35F97C74-65C9-44BD-8F48-F08F0F9F8D3B}">
      <dgm:prSet/>
      <dgm:spPr/>
      <dgm:t>
        <a:bodyPr/>
        <a:lstStyle/>
        <a:p>
          <a:r>
            <a:rPr lang="en-US" b="1" i="0"/>
            <a:t>Sold Cars</a:t>
          </a:r>
          <a:br>
            <a:rPr lang="en-US" b="0" i="0"/>
          </a:br>
          <a:r>
            <a:rPr lang="en-US" b="0" i="0"/>
            <a:t>Display sold cars in a separate table with sale history.</a:t>
          </a:r>
          <a:endParaRPr lang="en-US"/>
        </a:p>
      </dgm:t>
    </dgm:pt>
    <dgm:pt modelId="{BFC4D1F7-0F6B-4FCC-AAE6-31E16CD2A6A6}" type="parTrans" cxnId="{C5F57A53-B350-44EA-8B30-A10FA9D6627B}">
      <dgm:prSet/>
      <dgm:spPr/>
      <dgm:t>
        <a:bodyPr/>
        <a:lstStyle/>
        <a:p>
          <a:endParaRPr lang="en-US"/>
        </a:p>
      </dgm:t>
    </dgm:pt>
    <dgm:pt modelId="{737EEA9F-4830-4A6B-AB5A-EE2051CC7B72}" type="sibTrans" cxnId="{C5F57A53-B350-44EA-8B30-A10FA9D6627B}">
      <dgm:prSet/>
      <dgm:spPr/>
      <dgm:t>
        <a:bodyPr/>
        <a:lstStyle/>
        <a:p>
          <a:endParaRPr lang="en-US"/>
        </a:p>
      </dgm:t>
    </dgm:pt>
    <dgm:pt modelId="{68151047-FB43-4069-ABC7-8BE869F45695}">
      <dgm:prSet/>
      <dgm:spPr/>
      <dgm:t>
        <a:bodyPr/>
        <a:lstStyle/>
        <a:p>
          <a:r>
            <a:rPr lang="en-US" b="1" i="0"/>
            <a:t>Extras</a:t>
          </a:r>
          <a:endParaRPr lang="en-US"/>
        </a:p>
      </dgm:t>
    </dgm:pt>
    <dgm:pt modelId="{0503E68A-B4B7-438F-9621-2D6F02E8BC18}" type="parTrans" cxnId="{95E43A2D-CB07-406E-9AD6-559E84C1CA88}">
      <dgm:prSet/>
      <dgm:spPr/>
      <dgm:t>
        <a:bodyPr/>
        <a:lstStyle/>
        <a:p>
          <a:endParaRPr lang="en-US"/>
        </a:p>
      </dgm:t>
    </dgm:pt>
    <dgm:pt modelId="{E46AA2A7-B6B1-4A27-8C64-BE2A532A5CA6}" type="sibTrans" cxnId="{95E43A2D-CB07-406E-9AD6-559E84C1CA88}">
      <dgm:prSet/>
      <dgm:spPr/>
      <dgm:t>
        <a:bodyPr/>
        <a:lstStyle/>
        <a:p>
          <a:endParaRPr lang="en-US"/>
        </a:p>
      </dgm:t>
    </dgm:pt>
    <dgm:pt modelId="{C08F97D8-C0F9-42CC-84D7-C3026AEBD76A}">
      <dgm:prSet/>
      <dgm:spPr/>
      <dgm:t>
        <a:bodyPr/>
        <a:lstStyle/>
        <a:p>
          <a:r>
            <a:rPr lang="en-US" b="0" i="0"/>
            <a:t>Role-based access (Admin/Sales)</a:t>
          </a:r>
          <a:endParaRPr lang="en-US"/>
        </a:p>
      </dgm:t>
    </dgm:pt>
    <dgm:pt modelId="{2EDB5EB8-AEC9-4715-8831-1D59192D5855}" type="parTrans" cxnId="{6492B09C-7016-465E-AC5E-024B67C8C9E2}">
      <dgm:prSet/>
      <dgm:spPr/>
      <dgm:t>
        <a:bodyPr/>
        <a:lstStyle/>
        <a:p>
          <a:endParaRPr lang="en-US"/>
        </a:p>
      </dgm:t>
    </dgm:pt>
    <dgm:pt modelId="{D77302AF-24F5-4C6D-BA86-706E456004B6}" type="sibTrans" cxnId="{6492B09C-7016-465E-AC5E-024B67C8C9E2}">
      <dgm:prSet/>
      <dgm:spPr/>
      <dgm:t>
        <a:bodyPr/>
        <a:lstStyle/>
        <a:p>
          <a:endParaRPr lang="en-US"/>
        </a:p>
      </dgm:t>
    </dgm:pt>
    <dgm:pt modelId="{42B29425-310C-4BBA-AA96-4AC85F7F5D04}">
      <dgm:prSet/>
      <dgm:spPr/>
      <dgm:t>
        <a:bodyPr/>
        <a:lstStyle/>
        <a:p>
          <a:r>
            <a:rPr lang="en-US" b="0" i="0"/>
            <a:t>Database integration</a:t>
          </a:r>
          <a:endParaRPr lang="en-US"/>
        </a:p>
      </dgm:t>
    </dgm:pt>
    <dgm:pt modelId="{3321DA2E-3325-4A3B-BEA1-3D3B0BBE1BD7}" type="parTrans" cxnId="{081055DE-14A0-487C-8CD8-DE3DFCAE2D36}">
      <dgm:prSet/>
      <dgm:spPr/>
      <dgm:t>
        <a:bodyPr/>
        <a:lstStyle/>
        <a:p>
          <a:endParaRPr lang="en-US"/>
        </a:p>
      </dgm:t>
    </dgm:pt>
    <dgm:pt modelId="{0304D69C-A330-4798-9071-4CCB1492AEF7}" type="sibTrans" cxnId="{081055DE-14A0-487C-8CD8-DE3DFCAE2D36}">
      <dgm:prSet/>
      <dgm:spPr/>
      <dgm:t>
        <a:bodyPr/>
        <a:lstStyle/>
        <a:p>
          <a:endParaRPr lang="en-US"/>
        </a:p>
      </dgm:t>
    </dgm:pt>
    <dgm:pt modelId="{EA0A166A-D080-4546-867B-5BFF10E28A7A}" type="pres">
      <dgm:prSet presAssocID="{3A09ADE5-612A-4008-9B2F-58AD93F091B6}" presName="diagram" presStyleCnt="0">
        <dgm:presLayoutVars>
          <dgm:dir/>
          <dgm:resizeHandles val="exact"/>
        </dgm:presLayoutVars>
      </dgm:prSet>
      <dgm:spPr/>
    </dgm:pt>
    <dgm:pt modelId="{084CE284-9998-4042-92F7-E826073182EE}" type="pres">
      <dgm:prSet presAssocID="{15866242-9CDE-4432-A947-A95A24E702B3}" presName="node" presStyleLbl="node1" presStyleIdx="0" presStyleCnt="8">
        <dgm:presLayoutVars>
          <dgm:bulletEnabled val="1"/>
        </dgm:presLayoutVars>
      </dgm:prSet>
      <dgm:spPr/>
    </dgm:pt>
    <dgm:pt modelId="{CE4B248D-8FA0-42EA-B9AB-04216DC9F0F5}" type="pres">
      <dgm:prSet presAssocID="{6808EF34-3F15-4FD8-952C-E90EB9C22912}" presName="sibTrans" presStyleCnt="0"/>
      <dgm:spPr/>
    </dgm:pt>
    <dgm:pt modelId="{C1324355-C6CD-47C9-A4AD-14376AEA64C5}" type="pres">
      <dgm:prSet presAssocID="{CD79E6C5-0B52-4748-886D-35CE81F3A7EC}" presName="node" presStyleLbl="node1" presStyleIdx="1" presStyleCnt="8">
        <dgm:presLayoutVars>
          <dgm:bulletEnabled val="1"/>
        </dgm:presLayoutVars>
      </dgm:prSet>
      <dgm:spPr/>
    </dgm:pt>
    <dgm:pt modelId="{7BD0CF75-A002-4F5D-B330-D0CBF2F1201C}" type="pres">
      <dgm:prSet presAssocID="{85259293-A636-42FA-B319-572D327B6AE7}" presName="sibTrans" presStyleCnt="0"/>
      <dgm:spPr/>
    </dgm:pt>
    <dgm:pt modelId="{1094F6D3-AA77-4899-9537-7926BD3BA682}" type="pres">
      <dgm:prSet presAssocID="{B9DD2C1A-408A-4F26-955E-DF3AFE11BAC7}" presName="node" presStyleLbl="node1" presStyleIdx="2" presStyleCnt="8">
        <dgm:presLayoutVars>
          <dgm:bulletEnabled val="1"/>
        </dgm:presLayoutVars>
      </dgm:prSet>
      <dgm:spPr/>
    </dgm:pt>
    <dgm:pt modelId="{4B806A85-BA1C-458C-B112-A82297C2F087}" type="pres">
      <dgm:prSet presAssocID="{6965AB50-DA03-410E-A19E-397D9D18679A}" presName="sibTrans" presStyleCnt="0"/>
      <dgm:spPr/>
    </dgm:pt>
    <dgm:pt modelId="{A7D0FF58-843D-472E-88BF-19ED535BA07D}" type="pres">
      <dgm:prSet presAssocID="{EDD44864-1827-4C5F-AC6E-CAC788C34BC4}" presName="node" presStyleLbl="node1" presStyleIdx="3" presStyleCnt="8">
        <dgm:presLayoutVars>
          <dgm:bulletEnabled val="1"/>
        </dgm:presLayoutVars>
      </dgm:prSet>
      <dgm:spPr/>
    </dgm:pt>
    <dgm:pt modelId="{26030D7F-05DA-4E7C-ABE1-7ACA1359FD07}" type="pres">
      <dgm:prSet presAssocID="{DBEE6089-4FD3-49C9-BDCC-E0881221D256}" presName="sibTrans" presStyleCnt="0"/>
      <dgm:spPr/>
    </dgm:pt>
    <dgm:pt modelId="{83003B73-0610-4EED-AB8D-799526804243}" type="pres">
      <dgm:prSet presAssocID="{5961674A-FA80-41AD-B8CB-BFD651206865}" presName="node" presStyleLbl="node1" presStyleIdx="4" presStyleCnt="8">
        <dgm:presLayoutVars>
          <dgm:bulletEnabled val="1"/>
        </dgm:presLayoutVars>
      </dgm:prSet>
      <dgm:spPr/>
    </dgm:pt>
    <dgm:pt modelId="{C640D6FA-2BA8-4AF8-85FA-442F419F0EDE}" type="pres">
      <dgm:prSet presAssocID="{65DF41ED-DFBC-4F6B-B2A3-39113F730405}" presName="sibTrans" presStyleCnt="0"/>
      <dgm:spPr/>
    </dgm:pt>
    <dgm:pt modelId="{696CB355-613F-43EC-AA83-8B69FF56166C}" type="pres">
      <dgm:prSet presAssocID="{70420AF9-374E-4DC9-86E8-384EF69C9F40}" presName="node" presStyleLbl="node1" presStyleIdx="5" presStyleCnt="8">
        <dgm:presLayoutVars>
          <dgm:bulletEnabled val="1"/>
        </dgm:presLayoutVars>
      </dgm:prSet>
      <dgm:spPr/>
    </dgm:pt>
    <dgm:pt modelId="{EF9A0680-0726-4832-A70E-B74AC4FDB8DF}" type="pres">
      <dgm:prSet presAssocID="{F683862E-1345-4A6A-B518-C56A3E0FC2B4}" presName="sibTrans" presStyleCnt="0"/>
      <dgm:spPr/>
    </dgm:pt>
    <dgm:pt modelId="{25C0E5E8-25CD-4F51-87A4-35EED232B5C6}" type="pres">
      <dgm:prSet presAssocID="{35F97C74-65C9-44BD-8F48-F08F0F9F8D3B}" presName="node" presStyleLbl="node1" presStyleIdx="6" presStyleCnt="8">
        <dgm:presLayoutVars>
          <dgm:bulletEnabled val="1"/>
        </dgm:presLayoutVars>
      </dgm:prSet>
      <dgm:spPr/>
    </dgm:pt>
    <dgm:pt modelId="{B55A3F88-10ED-443B-8228-5730333F57F5}" type="pres">
      <dgm:prSet presAssocID="{737EEA9F-4830-4A6B-AB5A-EE2051CC7B72}" presName="sibTrans" presStyleCnt="0"/>
      <dgm:spPr/>
    </dgm:pt>
    <dgm:pt modelId="{5B3260C6-CB38-4349-9277-252A88981659}" type="pres">
      <dgm:prSet presAssocID="{68151047-FB43-4069-ABC7-8BE869F45695}" presName="node" presStyleLbl="node1" presStyleIdx="7" presStyleCnt="8">
        <dgm:presLayoutVars>
          <dgm:bulletEnabled val="1"/>
        </dgm:presLayoutVars>
      </dgm:prSet>
      <dgm:spPr/>
    </dgm:pt>
  </dgm:ptLst>
  <dgm:cxnLst>
    <dgm:cxn modelId="{E4E3BC09-B552-4ED5-B235-678BF497B649}" type="presOf" srcId="{68151047-FB43-4069-ABC7-8BE869F45695}" destId="{5B3260C6-CB38-4349-9277-252A88981659}" srcOrd="0" destOrd="0" presId="urn:microsoft.com/office/officeart/2005/8/layout/default"/>
    <dgm:cxn modelId="{C3BCEE09-CC2A-494A-B8F6-8071914837A1}" srcId="{3A09ADE5-612A-4008-9B2F-58AD93F091B6}" destId="{70420AF9-374E-4DC9-86E8-384EF69C9F40}" srcOrd="5" destOrd="0" parTransId="{451AA822-952B-4805-88A4-DF032783FF59}" sibTransId="{F683862E-1345-4A6A-B518-C56A3E0FC2B4}"/>
    <dgm:cxn modelId="{56C35C0A-2DA7-4286-96BA-4F63C39CCB3E}" srcId="{3A09ADE5-612A-4008-9B2F-58AD93F091B6}" destId="{EDD44864-1827-4C5F-AC6E-CAC788C34BC4}" srcOrd="3" destOrd="0" parTransId="{F3B7D22C-6342-4C9E-BDA5-A27C56675B6A}" sibTransId="{DBEE6089-4FD3-49C9-BDCC-E0881221D256}"/>
    <dgm:cxn modelId="{B3C4D30F-9BF9-404C-A6E0-954683E8E44C}" srcId="{3A09ADE5-612A-4008-9B2F-58AD93F091B6}" destId="{5961674A-FA80-41AD-B8CB-BFD651206865}" srcOrd="4" destOrd="0" parTransId="{F0F8DFE3-A299-4E61-BA2C-578EC7395502}" sibTransId="{65DF41ED-DFBC-4F6B-B2A3-39113F730405}"/>
    <dgm:cxn modelId="{12F82D10-799B-49BF-8F0E-ADD698D4C183}" type="presOf" srcId="{70420AF9-374E-4DC9-86E8-384EF69C9F40}" destId="{696CB355-613F-43EC-AA83-8B69FF56166C}" srcOrd="0" destOrd="0" presId="urn:microsoft.com/office/officeart/2005/8/layout/default"/>
    <dgm:cxn modelId="{371D1E12-3754-47A1-8D21-581700FFB162}" type="presOf" srcId="{5961674A-FA80-41AD-B8CB-BFD651206865}" destId="{83003B73-0610-4EED-AB8D-799526804243}" srcOrd="0" destOrd="0" presId="urn:microsoft.com/office/officeart/2005/8/layout/default"/>
    <dgm:cxn modelId="{D7E3671A-0B6B-42E9-8E16-5E9CC6DCA9A2}" type="presOf" srcId="{EDD44864-1827-4C5F-AC6E-CAC788C34BC4}" destId="{A7D0FF58-843D-472E-88BF-19ED535BA07D}" srcOrd="0" destOrd="0" presId="urn:microsoft.com/office/officeart/2005/8/layout/default"/>
    <dgm:cxn modelId="{95E43A2D-CB07-406E-9AD6-559E84C1CA88}" srcId="{3A09ADE5-612A-4008-9B2F-58AD93F091B6}" destId="{68151047-FB43-4069-ABC7-8BE869F45695}" srcOrd="7" destOrd="0" parTransId="{0503E68A-B4B7-438F-9621-2D6F02E8BC18}" sibTransId="{E46AA2A7-B6B1-4A27-8C64-BE2A532A5CA6}"/>
    <dgm:cxn modelId="{25268636-1A63-4C35-BE1B-A21B5BD7D8BB}" type="presOf" srcId="{42B29425-310C-4BBA-AA96-4AC85F7F5D04}" destId="{5B3260C6-CB38-4349-9277-252A88981659}" srcOrd="0" destOrd="2" presId="urn:microsoft.com/office/officeart/2005/8/layout/default"/>
    <dgm:cxn modelId="{CD103F67-814B-429D-B632-AC97AE71721C}" srcId="{3A09ADE5-612A-4008-9B2F-58AD93F091B6}" destId="{CD79E6C5-0B52-4748-886D-35CE81F3A7EC}" srcOrd="1" destOrd="0" parTransId="{968CE6AF-A23E-4A6B-ADD1-36EAE907D694}" sibTransId="{85259293-A636-42FA-B319-572D327B6AE7}"/>
    <dgm:cxn modelId="{B18B0B4E-4EA1-45A7-81A9-34265F212536}" type="presOf" srcId="{15866242-9CDE-4432-A947-A95A24E702B3}" destId="{084CE284-9998-4042-92F7-E826073182EE}" srcOrd="0" destOrd="0" presId="urn:microsoft.com/office/officeart/2005/8/layout/default"/>
    <dgm:cxn modelId="{C5F57A53-B350-44EA-8B30-A10FA9D6627B}" srcId="{3A09ADE5-612A-4008-9B2F-58AD93F091B6}" destId="{35F97C74-65C9-44BD-8F48-F08F0F9F8D3B}" srcOrd="6" destOrd="0" parTransId="{BFC4D1F7-0F6B-4FCC-AAE6-31E16CD2A6A6}" sibTransId="{737EEA9F-4830-4A6B-AB5A-EE2051CC7B72}"/>
    <dgm:cxn modelId="{AFFC6577-08BD-4D86-A2AC-3E344C38654E}" srcId="{3A09ADE5-612A-4008-9B2F-58AD93F091B6}" destId="{15866242-9CDE-4432-A947-A95A24E702B3}" srcOrd="0" destOrd="0" parTransId="{37BF7788-4814-4B7E-A41E-9CACC7B783A2}" sibTransId="{6808EF34-3F15-4FD8-952C-E90EB9C22912}"/>
    <dgm:cxn modelId="{D4A0D457-4987-4FBA-B3A4-8A608C377BE9}" type="presOf" srcId="{35F97C74-65C9-44BD-8F48-F08F0F9F8D3B}" destId="{25C0E5E8-25CD-4F51-87A4-35EED232B5C6}" srcOrd="0" destOrd="0" presId="urn:microsoft.com/office/officeart/2005/8/layout/default"/>
    <dgm:cxn modelId="{B7F8F98B-5B7B-4BE5-9E67-A10A0B4294F7}" type="presOf" srcId="{C08F97D8-C0F9-42CC-84D7-C3026AEBD76A}" destId="{5B3260C6-CB38-4349-9277-252A88981659}" srcOrd="0" destOrd="1" presId="urn:microsoft.com/office/officeart/2005/8/layout/default"/>
    <dgm:cxn modelId="{6492B09C-7016-465E-AC5E-024B67C8C9E2}" srcId="{68151047-FB43-4069-ABC7-8BE869F45695}" destId="{C08F97D8-C0F9-42CC-84D7-C3026AEBD76A}" srcOrd="0" destOrd="0" parTransId="{2EDB5EB8-AEC9-4715-8831-1D59192D5855}" sibTransId="{D77302AF-24F5-4C6D-BA86-706E456004B6}"/>
    <dgm:cxn modelId="{586867CF-4EF4-4E4F-B0D9-C2BD8D679923}" type="presOf" srcId="{3A09ADE5-612A-4008-9B2F-58AD93F091B6}" destId="{EA0A166A-D080-4546-867B-5BFF10E28A7A}" srcOrd="0" destOrd="0" presId="urn:microsoft.com/office/officeart/2005/8/layout/default"/>
    <dgm:cxn modelId="{824CB0D0-81D8-42FA-A28A-3519F741BCF2}" srcId="{3A09ADE5-612A-4008-9B2F-58AD93F091B6}" destId="{B9DD2C1A-408A-4F26-955E-DF3AFE11BAC7}" srcOrd="2" destOrd="0" parTransId="{237056C1-39C1-45FC-90EA-054AD66D3EB8}" sibTransId="{6965AB50-DA03-410E-A19E-397D9D18679A}"/>
    <dgm:cxn modelId="{081055DE-14A0-487C-8CD8-DE3DFCAE2D36}" srcId="{68151047-FB43-4069-ABC7-8BE869F45695}" destId="{42B29425-310C-4BBA-AA96-4AC85F7F5D04}" srcOrd="1" destOrd="0" parTransId="{3321DA2E-3325-4A3B-BEA1-3D3B0BBE1BD7}" sibTransId="{0304D69C-A330-4798-9071-4CCB1492AEF7}"/>
    <dgm:cxn modelId="{92C245E7-6F3B-4C8E-AA12-BEEB35DACCC7}" type="presOf" srcId="{B9DD2C1A-408A-4F26-955E-DF3AFE11BAC7}" destId="{1094F6D3-AA77-4899-9537-7926BD3BA682}" srcOrd="0" destOrd="0" presId="urn:microsoft.com/office/officeart/2005/8/layout/default"/>
    <dgm:cxn modelId="{03D432ED-6D0B-4E7C-BA88-0BDEFF535798}" type="presOf" srcId="{CD79E6C5-0B52-4748-886D-35CE81F3A7EC}" destId="{C1324355-C6CD-47C9-A4AD-14376AEA64C5}" srcOrd="0" destOrd="0" presId="urn:microsoft.com/office/officeart/2005/8/layout/default"/>
    <dgm:cxn modelId="{F12E1A19-B0E8-4BA6-BA54-275709EA4B73}" type="presParOf" srcId="{EA0A166A-D080-4546-867B-5BFF10E28A7A}" destId="{084CE284-9998-4042-92F7-E826073182EE}" srcOrd="0" destOrd="0" presId="urn:microsoft.com/office/officeart/2005/8/layout/default"/>
    <dgm:cxn modelId="{AFDC8E2F-2996-4E67-B63B-6D98A2D5985D}" type="presParOf" srcId="{EA0A166A-D080-4546-867B-5BFF10E28A7A}" destId="{CE4B248D-8FA0-42EA-B9AB-04216DC9F0F5}" srcOrd="1" destOrd="0" presId="urn:microsoft.com/office/officeart/2005/8/layout/default"/>
    <dgm:cxn modelId="{3CF4351E-0B3B-46F5-B6A0-C750A82CF3E7}" type="presParOf" srcId="{EA0A166A-D080-4546-867B-5BFF10E28A7A}" destId="{C1324355-C6CD-47C9-A4AD-14376AEA64C5}" srcOrd="2" destOrd="0" presId="urn:microsoft.com/office/officeart/2005/8/layout/default"/>
    <dgm:cxn modelId="{DBBCAABB-9AE7-4863-8144-1D6518B1A1CD}" type="presParOf" srcId="{EA0A166A-D080-4546-867B-5BFF10E28A7A}" destId="{7BD0CF75-A002-4F5D-B330-D0CBF2F1201C}" srcOrd="3" destOrd="0" presId="urn:microsoft.com/office/officeart/2005/8/layout/default"/>
    <dgm:cxn modelId="{BA550360-D0A9-40CE-B906-ACD2B272A966}" type="presParOf" srcId="{EA0A166A-D080-4546-867B-5BFF10E28A7A}" destId="{1094F6D3-AA77-4899-9537-7926BD3BA682}" srcOrd="4" destOrd="0" presId="urn:microsoft.com/office/officeart/2005/8/layout/default"/>
    <dgm:cxn modelId="{932E475C-7624-49CF-8998-7093D6085327}" type="presParOf" srcId="{EA0A166A-D080-4546-867B-5BFF10E28A7A}" destId="{4B806A85-BA1C-458C-B112-A82297C2F087}" srcOrd="5" destOrd="0" presId="urn:microsoft.com/office/officeart/2005/8/layout/default"/>
    <dgm:cxn modelId="{82CDEECB-CFAD-4AEB-A794-852F02F93425}" type="presParOf" srcId="{EA0A166A-D080-4546-867B-5BFF10E28A7A}" destId="{A7D0FF58-843D-472E-88BF-19ED535BA07D}" srcOrd="6" destOrd="0" presId="urn:microsoft.com/office/officeart/2005/8/layout/default"/>
    <dgm:cxn modelId="{911B8F72-FADC-4304-ADAE-D1732D4B59A3}" type="presParOf" srcId="{EA0A166A-D080-4546-867B-5BFF10E28A7A}" destId="{26030D7F-05DA-4E7C-ABE1-7ACA1359FD07}" srcOrd="7" destOrd="0" presId="urn:microsoft.com/office/officeart/2005/8/layout/default"/>
    <dgm:cxn modelId="{C70ECFBB-AE4C-4927-A83E-1BD0C9A7DECC}" type="presParOf" srcId="{EA0A166A-D080-4546-867B-5BFF10E28A7A}" destId="{83003B73-0610-4EED-AB8D-799526804243}" srcOrd="8" destOrd="0" presId="urn:microsoft.com/office/officeart/2005/8/layout/default"/>
    <dgm:cxn modelId="{1914E05F-FFE9-4B69-9BC4-020BCD18FAE1}" type="presParOf" srcId="{EA0A166A-D080-4546-867B-5BFF10E28A7A}" destId="{C640D6FA-2BA8-4AF8-85FA-442F419F0EDE}" srcOrd="9" destOrd="0" presId="urn:microsoft.com/office/officeart/2005/8/layout/default"/>
    <dgm:cxn modelId="{E02A7D0E-B84C-406B-A291-4CC64F824A36}" type="presParOf" srcId="{EA0A166A-D080-4546-867B-5BFF10E28A7A}" destId="{696CB355-613F-43EC-AA83-8B69FF56166C}" srcOrd="10" destOrd="0" presId="urn:microsoft.com/office/officeart/2005/8/layout/default"/>
    <dgm:cxn modelId="{B61CFC28-E977-4154-A341-7FF1EA4107A9}" type="presParOf" srcId="{EA0A166A-D080-4546-867B-5BFF10E28A7A}" destId="{EF9A0680-0726-4832-A70E-B74AC4FDB8DF}" srcOrd="11" destOrd="0" presId="urn:microsoft.com/office/officeart/2005/8/layout/default"/>
    <dgm:cxn modelId="{AFF9E7E0-0A68-4AAE-8BBF-29FFB55F750A}" type="presParOf" srcId="{EA0A166A-D080-4546-867B-5BFF10E28A7A}" destId="{25C0E5E8-25CD-4F51-87A4-35EED232B5C6}" srcOrd="12" destOrd="0" presId="urn:microsoft.com/office/officeart/2005/8/layout/default"/>
    <dgm:cxn modelId="{A322428C-106B-40D8-8F27-99D180020DD4}" type="presParOf" srcId="{EA0A166A-D080-4546-867B-5BFF10E28A7A}" destId="{B55A3F88-10ED-443B-8228-5730333F57F5}" srcOrd="13" destOrd="0" presId="urn:microsoft.com/office/officeart/2005/8/layout/default"/>
    <dgm:cxn modelId="{1A7A3763-ED32-49BD-918D-A4CCE33A97E1}" type="presParOf" srcId="{EA0A166A-D080-4546-867B-5BFF10E28A7A}" destId="{5B3260C6-CB38-4349-9277-252A8898165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B1095-0956-4D15-A902-B6B997CF1245}">
      <dsp:nvSpPr>
        <dsp:cNvPr id="0" name=""/>
        <dsp:cNvSpPr/>
      </dsp:nvSpPr>
      <dsp:spPr>
        <a:xfrm>
          <a:off x="0" y="1781"/>
          <a:ext cx="36096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79DCF-257E-4B13-B933-299E04D25A69}">
      <dsp:nvSpPr>
        <dsp:cNvPr id="0" name=""/>
        <dsp:cNvSpPr/>
      </dsp:nvSpPr>
      <dsp:spPr>
        <a:xfrm>
          <a:off x="0" y="1781"/>
          <a:ext cx="3609673" cy="607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Programming Language:</a:t>
          </a:r>
          <a:r>
            <a:rPr lang="en-GB" sz="1700" kern="1200" dirty="0"/>
            <a:t> Java</a:t>
          </a:r>
          <a:endParaRPr lang="en-US" sz="1700" kern="1200" dirty="0"/>
        </a:p>
      </dsp:txBody>
      <dsp:txXfrm>
        <a:off x="0" y="1781"/>
        <a:ext cx="3609673" cy="607594"/>
      </dsp:txXfrm>
    </dsp:sp>
    <dsp:sp modelId="{182EDBC6-2A0D-4EC8-96F4-1D2DD6D85A90}">
      <dsp:nvSpPr>
        <dsp:cNvPr id="0" name=""/>
        <dsp:cNvSpPr/>
      </dsp:nvSpPr>
      <dsp:spPr>
        <a:xfrm>
          <a:off x="0" y="609376"/>
          <a:ext cx="36096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E9AE7-EF9F-41F5-9E32-2D38892590CF}">
      <dsp:nvSpPr>
        <dsp:cNvPr id="0" name=""/>
        <dsp:cNvSpPr/>
      </dsp:nvSpPr>
      <dsp:spPr>
        <a:xfrm>
          <a:off x="0" y="609376"/>
          <a:ext cx="3609673" cy="607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GUI Library:</a:t>
          </a:r>
          <a:r>
            <a:rPr lang="en-GB" sz="1700" kern="1200" dirty="0"/>
            <a:t> Swing</a:t>
          </a:r>
          <a:endParaRPr lang="en-US" sz="1700" kern="1200" dirty="0"/>
        </a:p>
      </dsp:txBody>
      <dsp:txXfrm>
        <a:off x="0" y="609376"/>
        <a:ext cx="3609673" cy="607594"/>
      </dsp:txXfrm>
    </dsp:sp>
    <dsp:sp modelId="{3D22DD3F-C005-4871-BABC-97CF99A2D643}">
      <dsp:nvSpPr>
        <dsp:cNvPr id="0" name=""/>
        <dsp:cNvSpPr/>
      </dsp:nvSpPr>
      <dsp:spPr>
        <a:xfrm>
          <a:off x="0" y="1216971"/>
          <a:ext cx="36096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90DA1-24E3-46FA-90AF-5A1B7CD6BC23}">
      <dsp:nvSpPr>
        <dsp:cNvPr id="0" name=""/>
        <dsp:cNvSpPr/>
      </dsp:nvSpPr>
      <dsp:spPr>
        <a:xfrm>
          <a:off x="0" y="1216971"/>
          <a:ext cx="3609673" cy="607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Database:</a:t>
          </a:r>
          <a:r>
            <a:rPr lang="en-GB" sz="1700" kern="1200"/>
            <a:t> MySQL</a:t>
          </a:r>
          <a:endParaRPr lang="en-US" sz="1700" kern="1200"/>
        </a:p>
      </dsp:txBody>
      <dsp:txXfrm>
        <a:off x="0" y="1216971"/>
        <a:ext cx="3609673" cy="607594"/>
      </dsp:txXfrm>
    </dsp:sp>
    <dsp:sp modelId="{CBF71C08-481E-436F-A2DF-F411AE944DFE}">
      <dsp:nvSpPr>
        <dsp:cNvPr id="0" name=""/>
        <dsp:cNvSpPr/>
      </dsp:nvSpPr>
      <dsp:spPr>
        <a:xfrm>
          <a:off x="0" y="1824566"/>
          <a:ext cx="36096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12BF5-669E-45EC-8925-21AF0DDB5ECD}">
      <dsp:nvSpPr>
        <dsp:cNvPr id="0" name=""/>
        <dsp:cNvSpPr/>
      </dsp:nvSpPr>
      <dsp:spPr>
        <a:xfrm>
          <a:off x="0" y="1824566"/>
          <a:ext cx="3609673" cy="607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Database Access:</a:t>
          </a:r>
          <a:r>
            <a:rPr lang="en-GB" sz="1700" kern="1200" dirty="0"/>
            <a:t> JDBC (DAO Pattern)</a:t>
          </a:r>
          <a:endParaRPr lang="en-US" sz="1700" kern="1200" dirty="0"/>
        </a:p>
      </dsp:txBody>
      <dsp:txXfrm>
        <a:off x="0" y="1824566"/>
        <a:ext cx="3609673" cy="607594"/>
      </dsp:txXfrm>
    </dsp:sp>
    <dsp:sp modelId="{E3BAE45D-0189-472C-9C65-9687072C1883}">
      <dsp:nvSpPr>
        <dsp:cNvPr id="0" name=""/>
        <dsp:cNvSpPr/>
      </dsp:nvSpPr>
      <dsp:spPr>
        <a:xfrm>
          <a:off x="0" y="2432161"/>
          <a:ext cx="36096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E3E2E-7DF4-4F95-A537-D7733D98130B}">
      <dsp:nvSpPr>
        <dsp:cNvPr id="0" name=""/>
        <dsp:cNvSpPr/>
      </dsp:nvSpPr>
      <dsp:spPr>
        <a:xfrm>
          <a:off x="0" y="2432161"/>
          <a:ext cx="3609673" cy="607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IDE:</a:t>
          </a:r>
          <a:r>
            <a:rPr lang="en-GB" sz="1700" kern="1200" dirty="0"/>
            <a:t> Eclipse</a:t>
          </a:r>
          <a:endParaRPr lang="en-US" sz="1700" kern="1200" dirty="0"/>
        </a:p>
      </dsp:txBody>
      <dsp:txXfrm>
        <a:off x="0" y="2432161"/>
        <a:ext cx="3609673" cy="607594"/>
      </dsp:txXfrm>
    </dsp:sp>
    <dsp:sp modelId="{3D91D4A1-4F25-4C63-BFAB-8E8983E93031}">
      <dsp:nvSpPr>
        <dsp:cNvPr id="0" name=""/>
        <dsp:cNvSpPr/>
      </dsp:nvSpPr>
      <dsp:spPr>
        <a:xfrm>
          <a:off x="0" y="3039756"/>
          <a:ext cx="36096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A2A5F-70F6-49C6-9349-0BA991F566C8}">
      <dsp:nvSpPr>
        <dsp:cNvPr id="0" name=""/>
        <dsp:cNvSpPr/>
      </dsp:nvSpPr>
      <dsp:spPr>
        <a:xfrm>
          <a:off x="0" y="3039756"/>
          <a:ext cx="3609673" cy="607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File Handling:</a:t>
          </a:r>
          <a:r>
            <a:rPr lang="en-GB" sz="1700" kern="1200" dirty="0"/>
            <a:t> </a:t>
          </a:r>
          <a:r>
            <a:rPr lang="en-GB" sz="1700" kern="1200" dirty="0" err="1"/>
            <a:t>JFileChooser</a:t>
          </a:r>
          <a:r>
            <a:rPr lang="en-GB" sz="1700" kern="1200" dirty="0"/>
            <a:t> for image selection</a:t>
          </a:r>
          <a:endParaRPr lang="en-US" sz="1700" kern="1200" dirty="0"/>
        </a:p>
      </dsp:txBody>
      <dsp:txXfrm>
        <a:off x="0" y="3039756"/>
        <a:ext cx="3609673" cy="6075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CE284-9998-4042-92F7-E826073182EE}">
      <dsp:nvSpPr>
        <dsp:cNvPr id="0" name=""/>
        <dsp:cNvSpPr/>
      </dsp:nvSpPr>
      <dsp:spPr>
        <a:xfrm>
          <a:off x="297045" y="2486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User Login</a:t>
          </a:r>
          <a:br>
            <a:rPr lang="en-US" sz="1400" b="0" i="0" kern="1200"/>
          </a:br>
          <a:r>
            <a:rPr lang="en-US" sz="1400" b="0" i="0" kern="1200"/>
            <a:t>User authentication with login screen.</a:t>
          </a:r>
          <a:endParaRPr lang="en-US" sz="1400" kern="1200"/>
        </a:p>
      </dsp:txBody>
      <dsp:txXfrm>
        <a:off x="297045" y="2486"/>
        <a:ext cx="1819347" cy="1091608"/>
      </dsp:txXfrm>
    </dsp:sp>
    <dsp:sp modelId="{C1324355-C6CD-47C9-A4AD-14376AEA64C5}">
      <dsp:nvSpPr>
        <dsp:cNvPr id="0" name=""/>
        <dsp:cNvSpPr/>
      </dsp:nvSpPr>
      <dsp:spPr>
        <a:xfrm>
          <a:off x="2298326" y="2486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Add Car</a:t>
          </a:r>
          <a:br>
            <a:rPr lang="en-US" sz="1400" b="0" i="0" kern="1200"/>
          </a:br>
          <a:r>
            <a:rPr lang="en-US" sz="1400" b="0" i="0" kern="1200"/>
            <a:t>Add cars with brand, model, mileage, condition, price, and image.</a:t>
          </a:r>
          <a:endParaRPr lang="en-US" sz="1400" kern="1200"/>
        </a:p>
      </dsp:txBody>
      <dsp:txXfrm>
        <a:off x="2298326" y="2486"/>
        <a:ext cx="1819347" cy="1091608"/>
      </dsp:txXfrm>
    </dsp:sp>
    <dsp:sp modelId="{1094F6D3-AA77-4899-9537-7926BD3BA682}">
      <dsp:nvSpPr>
        <dsp:cNvPr id="0" name=""/>
        <dsp:cNvSpPr/>
      </dsp:nvSpPr>
      <dsp:spPr>
        <a:xfrm>
          <a:off x="297045" y="1276029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Search &amp; Filter</a:t>
          </a:r>
          <a:br>
            <a:rPr lang="en-US" sz="1400" b="0" i="0" kern="1200" dirty="0"/>
          </a:br>
          <a:r>
            <a:rPr lang="en-US" sz="1400" b="0" i="0" kern="1200" dirty="0" err="1"/>
            <a:t>Filter</a:t>
          </a:r>
          <a:r>
            <a:rPr lang="en-US" sz="1400" b="0" i="0" kern="1200" dirty="0"/>
            <a:t> cars by brand, model, price, or condition.</a:t>
          </a:r>
          <a:endParaRPr lang="en-US" sz="1400" kern="1200" dirty="0"/>
        </a:p>
      </dsp:txBody>
      <dsp:txXfrm>
        <a:off x="297045" y="1276029"/>
        <a:ext cx="1819347" cy="1091608"/>
      </dsp:txXfrm>
    </dsp:sp>
    <dsp:sp modelId="{A7D0FF58-843D-472E-88BF-19ED535BA07D}">
      <dsp:nvSpPr>
        <dsp:cNvPr id="0" name=""/>
        <dsp:cNvSpPr/>
      </dsp:nvSpPr>
      <dsp:spPr>
        <a:xfrm>
          <a:off x="2298326" y="1276029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Delete Car</a:t>
          </a:r>
          <a:br>
            <a:rPr lang="en-US" sz="1400" b="0" i="0" kern="1200"/>
          </a:br>
          <a:r>
            <a:rPr lang="en-US" sz="1400" b="0" i="0" kern="1200"/>
            <a:t>Remove cars with confirmation prompt.</a:t>
          </a:r>
          <a:endParaRPr lang="en-US" sz="1400" kern="1200"/>
        </a:p>
      </dsp:txBody>
      <dsp:txXfrm>
        <a:off x="2298326" y="1276029"/>
        <a:ext cx="1819347" cy="1091608"/>
      </dsp:txXfrm>
    </dsp:sp>
    <dsp:sp modelId="{83003B73-0610-4EED-AB8D-799526804243}">
      <dsp:nvSpPr>
        <dsp:cNvPr id="0" name=""/>
        <dsp:cNvSpPr/>
      </dsp:nvSpPr>
      <dsp:spPr>
        <a:xfrm>
          <a:off x="297045" y="2549572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View Details</a:t>
          </a:r>
          <a:br>
            <a:rPr lang="en-US" sz="1400" b="0" i="0" kern="1200"/>
          </a:br>
          <a:r>
            <a:rPr lang="en-US" sz="1400" b="0" i="0" kern="1200"/>
            <a:t>Show full car details and image in a separate dialog.</a:t>
          </a:r>
          <a:endParaRPr lang="en-US" sz="1400" kern="1200"/>
        </a:p>
      </dsp:txBody>
      <dsp:txXfrm>
        <a:off x="297045" y="2549572"/>
        <a:ext cx="1819347" cy="1091608"/>
      </dsp:txXfrm>
    </dsp:sp>
    <dsp:sp modelId="{696CB355-613F-43EC-AA83-8B69FF56166C}">
      <dsp:nvSpPr>
        <dsp:cNvPr id="0" name=""/>
        <dsp:cNvSpPr/>
      </dsp:nvSpPr>
      <dsp:spPr>
        <a:xfrm>
          <a:off x="2298326" y="2549572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Sell Car</a:t>
          </a:r>
          <a:br>
            <a:rPr lang="en-US" sz="1400" b="0" i="0" kern="1200"/>
          </a:br>
          <a:r>
            <a:rPr lang="en-US" sz="1400" b="0" i="0" kern="1200"/>
            <a:t>Enter customer info (name, email, phone, sale price) to complete a sale.</a:t>
          </a:r>
          <a:endParaRPr lang="en-US" sz="1400" kern="1200"/>
        </a:p>
      </dsp:txBody>
      <dsp:txXfrm>
        <a:off x="2298326" y="2549572"/>
        <a:ext cx="1819347" cy="1091608"/>
      </dsp:txXfrm>
    </dsp:sp>
    <dsp:sp modelId="{25C0E5E8-25CD-4F51-87A4-35EED232B5C6}">
      <dsp:nvSpPr>
        <dsp:cNvPr id="0" name=""/>
        <dsp:cNvSpPr/>
      </dsp:nvSpPr>
      <dsp:spPr>
        <a:xfrm>
          <a:off x="297045" y="3823115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Sold Cars</a:t>
          </a:r>
          <a:br>
            <a:rPr lang="en-US" sz="1400" b="0" i="0" kern="1200"/>
          </a:br>
          <a:r>
            <a:rPr lang="en-US" sz="1400" b="0" i="0" kern="1200"/>
            <a:t>Display sold cars in a separate table with sale history.</a:t>
          </a:r>
          <a:endParaRPr lang="en-US" sz="1400" kern="1200"/>
        </a:p>
      </dsp:txBody>
      <dsp:txXfrm>
        <a:off x="297045" y="3823115"/>
        <a:ext cx="1819347" cy="1091608"/>
      </dsp:txXfrm>
    </dsp:sp>
    <dsp:sp modelId="{5B3260C6-CB38-4349-9277-252A88981659}">
      <dsp:nvSpPr>
        <dsp:cNvPr id="0" name=""/>
        <dsp:cNvSpPr/>
      </dsp:nvSpPr>
      <dsp:spPr>
        <a:xfrm>
          <a:off x="2298326" y="3823115"/>
          <a:ext cx="1819347" cy="10916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Extras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Role-based access (Admin/Sales)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Database integration</a:t>
          </a:r>
          <a:endParaRPr lang="en-US" sz="1100" kern="1200"/>
        </a:p>
      </dsp:txBody>
      <dsp:txXfrm>
        <a:off x="2298326" y="3823115"/>
        <a:ext cx="1819347" cy="1091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1T16:22:5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20608 9632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6B5E0-15D1-455F-8345-C0530EBBCAAA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63C38-484A-450B-A6D0-3162B13CE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16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063C38-484A-450B-A6D0-3162B13CE7B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82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063C38-484A-450B-A6D0-3162B13CE7B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020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9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3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90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70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4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2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21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8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5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73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81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14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869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68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46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9998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9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11.png"/><Relationship Id="rId10" Type="http://schemas.microsoft.com/office/2007/relationships/diagramDrawing" Target="../diagrams/drawing2.xml"/><Relationship Id="rId4" Type="http://schemas.openxmlformats.org/officeDocument/2006/relationships/image" Target="../media/image10.jpeg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0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4739" y="116864"/>
            <a:ext cx="5527026" cy="212365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4400" b="1" dirty="0">
                <a:solidFill>
                  <a:srgbClr val="FF0000"/>
                </a:solidFill>
              </a:rPr>
              <a:t> </a:t>
            </a:r>
            <a:endParaRPr lang="tr-TR" dirty="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r>
              <a:rPr sz="4400" b="1" dirty="0">
                <a:solidFill>
                  <a:srgbClr val="FF0000"/>
                </a:solidFill>
              </a:rPr>
              <a:t>Vehicle Trading System</a:t>
            </a:r>
            <a:endParaRPr lang="tr-TR" sz="4400" b="1" dirty="0">
              <a:solidFill>
                <a:srgbClr val="FF0000"/>
              </a:solidFill>
            </a:endParaRPr>
          </a:p>
          <a:p>
            <a:pPr algn="ctr"/>
            <a:endParaRPr lang="tr-TR" sz="4400" b="1" dirty="0">
              <a:solidFill>
                <a:srgbClr val="FF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62511" y="4941794"/>
            <a:ext cx="2818977" cy="70788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endParaRPr lang="tr-TR" dirty="0">
              <a:solidFill>
                <a:srgbClr val="FFFF00"/>
              </a:solidFill>
              <a:ea typeface="Calibri"/>
              <a:cs typeface="Calibri"/>
            </a:endParaRP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rPr dirty="0">
                <a:solidFill>
                  <a:srgbClr val="FFFF00"/>
                </a:solidFill>
              </a:rPr>
              <a:t>Kani GÜL - B2205.010117</a:t>
            </a:r>
            <a:endParaRPr dirty="0">
              <a:solidFill>
                <a:srgbClr val="C8C8C8"/>
              </a:solidFill>
              <a:ea typeface="Calibri"/>
              <a:cs typeface="Calibri"/>
            </a:endParaRPr>
          </a:p>
        </p:txBody>
      </p:sp>
      <p:pic>
        <p:nvPicPr>
          <p:cNvPr id="3" name="Resim 2" descr="yazı tipi, metin, grafik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6A9223-794C-9C83-72FC-EC4E6B24A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60" y="1714500"/>
            <a:ext cx="5535705" cy="3227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3716593" y="639097"/>
            <a:ext cx="4944806" cy="1612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000" b="1" cap="all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pic>
        <p:nvPicPr>
          <p:cNvPr id="7" name="Picture 6" descr="Tablo üzerinde kat planı">
            <a:extLst>
              <a:ext uri="{FF2B5EF4-FFF2-40B4-BE49-F238E27FC236}">
                <a16:creationId xmlns:a16="http://schemas.microsoft.com/office/drawing/2014/main" id="{74B7A073-08CA-56B2-6CDE-74A1B3BA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46" r="23810" b="-1"/>
          <a:stretch>
            <a:fillRect/>
          </a:stretch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16593" y="2251587"/>
            <a:ext cx="4944806" cy="3972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</a:pPr>
            <a:r>
              <a:rPr kumimoji="0" lang="en-US" altLang="en-US" b="0" i="0" u="none" strike="noStrike" normalizeH="0" baseline="0" dirty="0">
                <a:ln>
                  <a:noFill/>
                </a:ln>
              </a:rPr>
              <a:t>This application allows a car dealership to manage vehicle inventory digitally.</a:t>
            </a:r>
          </a:p>
          <a:p>
            <a:pPr marL="0" marR="0" lvl="0" indent="0" fontAlgn="base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</a:pPr>
            <a:r>
              <a:rPr kumimoji="0" lang="en-US" altLang="en-US" b="0" i="0" u="none" strike="noStrike" normalizeH="0" baseline="0" dirty="0">
                <a:ln>
                  <a:noFill/>
                </a:ln>
              </a:rPr>
              <a:t>Users can add, remove, and sell cars via a user-friendly graphical interface.</a:t>
            </a:r>
          </a:p>
          <a:p>
            <a:pPr marL="0" marR="0" lvl="0" indent="0" fontAlgn="base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</a:pPr>
            <a:r>
              <a:rPr kumimoji="0" lang="en-US" altLang="en-US" b="0" i="0" u="none" strike="noStrike" normalizeH="0" baseline="0" dirty="0">
                <a:ln>
                  <a:noFill/>
                </a:ln>
              </a:rPr>
              <a:t>Customer details are recorded during the sale.</a:t>
            </a:r>
          </a:p>
          <a:p>
            <a:pPr marL="0" marR="0" lvl="0" indent="0" fontAlgn="base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</a:pPr>
            <a:r>
              <a:rPr kumimoji="0" lang="en-US" altLang="en-US" b="0" i="0" u="none" strike="noStrike" normalizeH="0" baseline="0" dirty="0">
                <a:ln>
                  <a:noFill/>
                </a:ln>
              </a:rPr>
              <a:t>Sold and unsold cars are tracked separately.</a:t>
            </a:r>
          </a:p>
          <a:p>
            <a:pPr marL="0" marR="0" lvl="0" indent="0" fontAlgn="base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tabLst/>
            </a:pPr>
            <a:r>
              <a:rPr kumimoji="0" lang="en-US" altLang="en-US" b="0" i="0" u="none" strike="noStrike" normalizeH="0" baseline="0" dirty="0">
                <a:ln>
                  <a:noFill/>
                </a:ln>
              </a:rPr>
              <a:t>The goal is to simplify and digitalize dealership operations.</a:t>
            </a:r>
          </a:p>
        </p:txBody>
      </p:sp>
    </p:spTree>
    <p:extLst>
      <p:ext uri="{BB962C8B-B14F-4D97-AF65-F5344CB8AC3E}">
        <p14:creationId xmlns:p14="http://schemas.microsoft.com/office/powerpoint/2010/main" val="406546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0CC0FB-4760-C274-87DE-C4F9BC29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34" y="1030288"/>
            <a:ext cx="3609673" cy="1035579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Technologies Used</a:t>
            </a:r>
            <a:b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tr-T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063" name="İçerik Yer Tutucusu 3">
            <a:extLst>
              <a:ext uri="{FF2B5EF4-FFF2-40B4-BE49-F238E27FC236}">
                <a16:creationId xmlns:a16="http://schemas.microsoft.com/office/drawing/2014/main" id="{1B59824E-D884-D899-29E0-A2BC138550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134" y="2142067"/>
          <a:ext cx="3609673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 descr="Java Nedir? Java Güncelleme ve Java Dersleri | WM Aracı">
            <a:extLst>
              <a:ext uri="{FF2B5EF4-FFF2-40B4-BE49-F238E27FC236}">
                <a16:creationId xmlns:a16="http://schemas.microsoft.com/office/drawing/2014/main" id="{92B4751A-AC67-B8D7-6300-4A873137D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6657" y="1218749"/>
            <a:ext cx="3903268" cy="2085133"/>
          </a:xfrm>
          <a:prstGeom prst="roundRect">
            <a:avLst>
              <a:gd name="adj" fmla="val 5453"/>
            </a:avLst>
          </a:prstGeom>
          <a:noFill/>
          <a:ln w="50800" cap="sq" cmpd="dbl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What is MYSQL ? - Techorigine IT Solution">
            <a:extLst>
              <a:ext uri="{FF2B5EF4-FFF2-40B4-BE49-F238E27FC236}">
                <a16:creationId xmlns:a16="http://schemas.microsoft.com/office/drawing/2014/main" id="{68E30B78-362D-A048-02F3-923D23C42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6657" y="4560513"/>
            <a:ext cx="1799234" cy="1197308"/>
          </a:xfrm>
          <a:prstGeom prst="roundRect">
            <a:avLst>
              <a:gd name="adj" fmla="val 5453"/>
            </a:avLst>
          </a:prstGeom>
          <a:noFill/>
          <a:ln w="50800" cap="sq" cmpd="dbl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5EE43A4A-7216-919B-C5AF-45BE48D425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4856" y="4592408"/>
            <a:ext cx="1799235" cy="1133518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283252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FA10A2E-8440-497F-A6C9-8C91D346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BEA78D3-1250-461D-B1C3-A685A63B0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EE3020-D2AB-4568-9728-58CB9D91C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B7BECE-01F0-4612-854F-D69D86C9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Metin kutusu 1"/>
          <p:cNvSpPr txBox="1"/>
          <p:nvPr/>
        </p:nvSpPr>
        <p:spPr>
          <a:xfrm>
            <a:off x="514350" y="643466"/>
            <a:ext cx="2513648" cy="499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cap="all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E8D5A48-2B03-4F99-8D48-30237E113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etin kutusu 2">
            <a:extLst>
              <a:ext uri="{FF2B5EF4-FFF2-40B4-BE49-F238E27FC236}">
                <a16:creationId xmlns:a16="http://schemas.microsoft.com/office/drawing/2014/main" id="{39DBAAA2-6724-C470-5ED7-A7277D2CE6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6645082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015810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927123" y="535469"/>
            <a:ext cx="5515896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APPLICATION SCREENSHOTS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44061" y="1477124"/>
            <a:ext cx="7066193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Login Page</a:t>
            </a:r>
            <a:endParaRPr kumimoji="0" lang="tr-TR" altLang="en-US" sz="25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500" b="0" i="0" u="none" strike="noStrike" cap="none" baseline="0" dirty="0"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Main Panel with car table and buttons</a:t>
            </a:r>
            <a:endParaRPr kumimoji="0" lang="tr-TR" altLang="en-US" sz="25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500" b="0" i="0" u="none" strike="noStrike" cap="none" baseline="0" dirty="0"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Add Car Dialog</a:t>
            </a:r>
            <a:endParaRPr kumimoji="0" lang="tr-TR" altLang="en-US" sz="25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500" b="0" i="0" u="none" strike="noStrike" cap="none" baseline="0" dirty="0"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Sell Car Dialog</a:t>
            </a:r>
            <a:endParaRPr kumimoji="0" lang="tr-TR" altLang="en-US" sz="25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500" b="0" i="0" u="none" strike="noStrike" cap="none" baseline="0" dirty="0"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Sold Cars List</a:t>
            </a:r>
            <a:endParaRPr lang="en-US" altLang="en-US" sz="2500" b="0" i="0" u="none" strike="noStrike" cap="none" baseline="0" dirty="0">
              <a:latin typeface="Arial"/>
              <a:cs typeface="Arial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43528" y="36534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0" i="0" u="none" strike="noStrike" cap="none" baseline="0" dirty="0">
              <a:solidFill>
                <a:schemeClr val="tx1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3706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E2E646-3DC9-0BEB-904B-A8EDF8B3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12" y="236929"/>
            <a:ext cx="7772400" cy="1456267"/>
          </a:xfrm>
        </p:spPr>
        <p:txBody>
          <a:bodyPr>
            <a:normAutofit/>
          </a:bodyPr>
          <a:lstStyle/>
          <a:p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Logın</a:t>
            </a:r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page</a:t>
            </a:r>
            <a:endParaRPr lang="tr-TR" sz="3000" b="1" dirty="0">
              <a:solidFill>
                <a:schemeClr val="accent1">
                  <a:lumMod val="60000"/>
                  <a:lumOff val="40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4" name="Resim 3" descr="metin, ekran görüntüsü, ekran, görüntüleme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07CC1AE-FAD0-6BFB-941F-9F7F89172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337120"/>
            <a:ext cx="7985623" cy="5106361"/>
          </a:xfrm>
          <a:prstGeom prst="rect">
            <a:avLst/>
          </a:prstGeom>
        </p:spPr>
      </p:pic>
      <p:sp>
        <p:nvSpPr>
          <p:cNvPr id="6" name="Akış Çizelgesi: Bağlayıcı 5">
            <a:extLst>
              <a:ext uri="{FF2B5EF4-FFF2-40B4-BE49-F238E27FC236}">
                <a16:creationId xmlns:a16="http://schemas.microsoft.com/office/drawing/2014/main" id="{D5701D62-0078-6006-94CB-65274C66BC34}"/>
              </a:ext>
            </a:extLst>
          </p:cNvPr>
          <p:cNvSpPr/>
          <p:nvPr/>
        </p:nvSpPr>
        <p:spPr>
          <a:xfrm>
            <a:off x="2454307" y="4009279"/>
            <a:ext cx="1756287" cy="626267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264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76E08C34-BD16-2540-8D49-2BE6FE5F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54" y="158552"/>
            <a:ext cx="7772400" cy="1456267"/>
          </a:xfrm>
        </p:spPr>
        <p:txBody>
          <a:bodyPr>
            <a:normAutofit/>
          </a:bodyPr>
          <a:lstStyle/>
          <a:p>
            <a:r>
              <a:rPr lang="tr-TR" sz="3000" dirty="0" err="1">
                <a:ea typeface="Calibri Light"/>
                <a:cs typeface="Calibri Light"/>
              </a:rPr>
              <a:t>Sıgn</a:t>
            </a:r>
            <a:r>
              <a:rPr lang="tr-TR" sz="3000" dirty="0">
                <a:ea typeface="Calibri Light"/>
                <a:cs typeface="Calibri Light"/>
              </a:rPr>
              <a:t> </a:t>
            </a:r>
            <a:r>
              <a:rPr lang="tr-TR" sz="3000" dirty="0" err="1">
                <a:ea typeface="Calibri Light"/>
                <a:cs typeface="Calibri Light"/>
              </a:rPr>
              <a:t>up</a:t>
            </a:r>
            <a:r>
              <a:rPr lang="tr-TR" sz="3000" dirty="0">
                <a:ea typeface="Calibri Light"/>
                <a:cs typeface="Calibri Light"/>
              </a:rPr>
              <a:t> </a:t>
            </a:r>
            <a:r>
              <a:rPr lang="tr-TR" sz="3000" dirty="0" err="1">
                <a:ea typeface="Calibri Light"/>
                <a:cs typeface="Calibri Light"/>
              </a:rPr>
              <a:t>page</a:t>
            </a:r>
            <a:endParaRPr lang="tr-TR" sz="3000" dirty="0">
              <a:ea typeface="Calibri Light"/>
              <a:cs typeface="Calibri Light"/>
            </a:endParaRPr>
          </a:p>
        </p:txBody>
      </p:sp>
      <p:pic>
        <p:nvPicPr>
          <p:cNvPr id="7" name="Resim 6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36892DA-C4C3-700B-22FC-F64A4EB35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99" y="3472221"/>
            <a:ext cx="4967478" cy="3088023"/>
          </a:xfrm>
          <a:prstGeom prst="rect">
            <a:avLst/>
          </a:prstGeom>
        </p:spPr>
      </p:pic>
      <p:pic>
        <p:nvPicPr>
          <p:cNvPr id="9" name="Resim 8" descr="metin, ekran görüntüsü, ekran, görüntüleme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662731A-4B70-1417-DBF0-8280F80BA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2900"/>
            <a:ext cx="4363453" cy="2920255"/>
          </a:xfrm>
          <a:prstGeom prst="rect">
            <a:avLst/>
          </a:prstGeom>
        </p:spPr>
      </p:pic>
      <p:sp>
        <p:nvSpPr>
          <p:cNvPr id="11" name="Akış Çizelgesi: Bağlayıcı 10">
            <a:extLst>
              <a:ext uri="{FF2B5EF4-FFF2-40B4-BE49-F238E27FC236}">
                <a16:creationId xmlns:a16="http://schemas.microsoft.com/office/drawing/2014/main" id="{87DF4CB6-8373-5923-9012-DE0AB5CF81E1}"/>
              </a:ext>
            </a:extLst>
          </p:cNvPr>
          <p:cNvSpPr/>
          <p:nvPr/>
        </p:nvSpPr>
        <p:spPr>
          <a:xfrm>
            <a:off x="6472989" y="1713028"/>
            <a:ext cx="886498" cy="472500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Ok: Sağ 12">
            <a:extLst>
              <a:ext uri="{FF2B5EF4-FFF2-40B4-BE49-F238E27FC236}">
                <a16:creationId xmlns:a16="http://schemas.microsoft.com/office/drawing/2014/main" id="{A3547F0A-B44D-2615-FC47-9F44D81666E7}"/>
              </a:ext>
            </a:extLst>
          </p:cNvPr>
          <p:cNvSpPr/>
          <p:nvPr/>
        </p:nvSpPr>
        <p:spPr>
          <a:xfrm rot="8520000">
            <a:off x="3637829" y="3017830"/>
            <a:ext cx="3206921" cy="31065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788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3DF034-CCD7-9679-BC92-F2B86786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7" y="262219"/>
            <a:ext cx="7772400" cy="1456267"/>
          </a:xfrm>
        </p:spPr>
        <p:txBody>
          <a:bodyPr>
            <a:normAutofit/>
          </a:bodyPr>
          <a:lstStyle/>
          <a:p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Maın</a:t>
            </a:r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panel</a:t>
            </a:r>
          </a:p>
        </p:txBody>
      </p:sp>
      <p:pic>
        <p:nvPicPr>
          <p:cNvPr id="3" name="Resim 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7040406-BAA7-5C7E-26C5-7FB1BCD7F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07" y="2428435"/>
            <a:ext cx="6288505" cy="4180210"/>
          </a:xfrm>
          <a:prstGeom prst="rect">
            <a:avLst/>
          </a:prstGeom>
        </p:spPr>
      </p:pic>
      <p:pic>
        <p:nvPicPr>
          <p:cNvPr id="4" name="Resim 3" descr="metin, tekerlek, taşıt, araç, kara taşıt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310A696-DFE3-3500-E569-B158FACA2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455" y="262219"/>
            <a:ext cx="2183407" cy="2805570"/>
          </a:xfrm>
          <a:prstGeom prst="rect">
            <a:avLst/>
          </a:prstGeom>
        </p:spPr>
      </p:pic>
      <p:sp>
        <p:nvSpPr>
          <p:cNvPr id="6" name="Akış Çizelgesi: Bağlayıcı 5">
            <a:extLst>
              <a:ext uri="{FF2B5EF4-FFF2-40B4-BE49-F238E27FC236}">
                <a16:creationId xmlns:a16="http://schemas.microsoft.com/office/drawing/2014/main" id="{6B099636-B0C7-ED8F-6CC1-FC313638EA66}"/>
              </a:ext>
            </a:extLst>
          </p:cNvPr>
          <p:cNvSpPr/>
          <p:nvPr/>
        </p:nvSpPr>
        <p:spPr>
          <a:xfrm>
            <a:off x="4310151" y="2508646"/>
            <a:ext cx="841777" cy="45008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Ok: Sağ 7">
            <a:extLst>
              <a:ext uri="{FF2B5EF4-FFF2-40B4-BE49-F238E27FC236}">
                <a16:creationId xmlns:a16="http://schemas.microsoft.com/office/drawing/2014/main" id="{6A99B155-965C-EFD8-D720-EF84BD187209}"/>
              </a:ext>
            </a:extLst>
          </p:cNvPr>
          <p:cNvSpPr/>
          <p:nvPr/>
        </p:nvSpPr>
        <p:spPr>
          <a:xfrm rot="19920000">
            <a:off x="4997692" y="1867488"/>
            <a:ext cx="1988997" cy="335675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1535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C95B12-E908-4465-688E-2CB09DCD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04" y="138050"/>
            <a:ext cx="7772400" cy="1456267"/>
          </a:xfrm>
        </p:spPr>
        <p:txBody>
          <a:bodyPr>
            <a:normAutofit/>
          </a:bodyPr>
          <a:lstStyle/>
          <a:p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Addıng</a:t>
            </a:r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a car</a:t>
            </a:r>
          </a:p>
        </p:txBody>
      </p:sp>
      <p:pic>
        <p:nvPicPr>
          <p:cNvPr id="4" name="Resim 3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D0666A6-7A43-76FF-8E3C-51EC77FF8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90" y="3586091"/>
            <a:ext cx="4461718" cy="3056901"/>
          </a:xfrm>
          <a:prstGeom prst="rect">
            <a:avLst/>
          </a:prstGeom>
        </p:spPr>
      </p:pic>
      <p:pic>
        <p:nvPicPr>
          <p:cNvPr id="5" name="Resim 4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88BA9EA-B77B-E585-5049-F4FAD64B5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179" y="240708"/>
            <a:ext cx="4748462" cy="30597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Mürekkep 12">
                <a:extLst>
                  <a:ext uri="{FF2B5EF4-FFF2-40B4-BE49-F238E27FC236}">
                    <a16:creationId xmlns:a16="http://schemas.microsoft.com/office/drawing/2014/main" id="{35B47A35-9500-2FD0-17E5-DCBE2C737491}"/>
                  </a:ext>
                </a:extLst>
              </p14:cNvPr>
              <p14:cNvContentPartPr/>
              <p14:nvPr/>
            </p14:nvContentPartPr>
            <p14:xfrm>
              <a:off x="6389012" y="4149141"/>
              <a:ext cx="12813" cy="12813"/>
            </p14:xfrm>
          </p:contentPart>
        </mc:Choice>
        <mc:Fallback xmlns="">
          <p:pic>
            <p:nvPicPr>
              <p:cNvPr id="13" name="Mürekkep 12">
                <a:extLst>
                  <a:ext uri="{FF2B5EF4-FFF2-40B4-BE49-F238E27FC236}">
                    <a16:creationId xmlns:a16="http://schemas.microsoft.com/office/drawing/2014/main" id="{35B47A35-9500-2FD0-17E5-DCBE2C7374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1175" y="3521304"/>
                <a:ext cx="1281300" cy="12813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Akış Çizelgesi: Bağlayıcı 14">
            <a:extLst>
              <a:ext uri="{FF2B5EF4-FFF2-40B4-BE49-F238E27FC236}">
                <a16:creationId xmlns:a16="http://schemas.microsoft.com/office/drawing/2014/main" id="{B942C066-AFB5-CFAD-0365-A43356794D62}"/>
              </a:ext>
            </a:extLst>
          </p:cNvPr>
          <p:cNvSpPr/>
          <p:nvPr/>
        </p:nvSpPr>
        <p:spPr>
          <a:xfrm>
            <a:off x="6293450" y="209175"/>
            <a:ext cx="679920" cy="421244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Ok: Sağ 16">
            <a:extLst>
              <a:ext uri="{FF2B5EF4-FFF2-40B4-BE49-F238E27FC236}">
                <a16:creationId xmlns:a16="http://schemas.microsoft.com/office/drawing/2014/main" id="{48BAAFD0-B61C-6F78-D8D8-AAE6074D63B4}"/>
              </a:ext>
            </a:extLst>
          </p:cNvPr>
          <p:cNvSpPr/>
          <p:nvPr/>
        </p:nvSpPr>
        <p:spPr>
          <a:xfrm rot="7620000">
            <a:off x="3332110" y="1896377"/>
            <a:ext cx="3770732" cy="40291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16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C1B5B1-E19F-9840-4A87-4753FFF8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61" y="250812"/>
            <a:ext cx="7772400" cy="1456267"/>
          </a:xfrm>
        </p:spPr>
        <p:txBody>
          <a:bodyPr>
            <a:normAutofit/>
          </a:bodyPr>
          <a:lstStyle/>
          <a:p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Sellıng</a:t>
            </a:r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a car</a:t>
            </a:r>
          </a:p>
        </p:txBody>
      </p:sp>
      <p:pic>
        <p:nvPicPr>
          <p:cNvPr id="3" name="Resim 2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6CD6D4B-67C5-80B5-1676-A87586E68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53" y="2285520"/>
            <a:ext cx="4776047" cy="3722230"/>
          </a:xfrm>
          <a:prstGeom prst="rect">
            <a:avLst/>
          </a:prstGeom>
        </p:spPr>
      </p:pic>
      <p:pic>
        <p:nvPicPr>
          <p:cNvPr id="4" name="Resim 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401828-0F99-BB35-816A-93B1A11E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174" y="67359"/>
            <a:ext cx="3072048" cy="3668450"/>
          </a:xfrm>
          <a:prstGeom prst="rect">
            <a:avLst/>
          </a:prstGeom>
        </p:spPr>
      </p:pic>
      <p:sp>
        <p:nvSpPr>
          <p:cNvPr id="6" name="Akış Çizelgesi: Bağlayıcı 5">
            <a:extLst>
              <a:ext uri="{FF2B5EF4-FFF2-40B4-BE49-F238E27FC236}">
                <a16:creationId xmlns:a16="http://schemas.microsoft.com/office/drawing/2014/main" id="{7BC7D110-7034-4A89-F4AB-2C2E6213CA45}"/>
              </a:ext>
            </a:extLst>
          </p:cNvPr>
          <p:cNvSpPr/>
          <p:nvPr/>
        </p:nvSpPr>
        <p:spPr>
          <a:xfrm>
            <a:off x="3347953" y="2317844"/>
            <a:ext cx="628664" cy="421245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Ok: Sağ 9">
            <a:extLst>
              <a:ext uri="{FF2B5EF4-FFF2-40B4-BE49-F238E27FC236}">
                <a16:creationId xmlns:a16="http://schemas.microsoft.com/office/drawing/2014/main" id="{80332AEF-E8B5-3765-A5AD-8CA5B551BF47}"/>
              </a:ext>
            </a:extLst>
          </p:cNvPr>
          <p:cNvSpPr/>
          <p:nvPr/>
        </p:nvSpPr>
        <p:spPr>
          <a:xfrm rot="20640000">
            <a:off x="3854862" y="1632926"/>
            <a:ext cx="2110051" cy="505421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509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7F8C80-D322-A241-D8A5-2BDC4E06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23" y="250812"/>
            <a:ext cx="7772400" cy="1456267"/>
          </a:xfrm>
        </p:spPr>
        <p:txBody>
          <a:bodyPr>
            <a:normAutofit/>
          </a:bodyPr>
          <a:lstStyle/>
          <a:p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Sold</a:t>
            </a:r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cars</a:t>
            </a:r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tr-TR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lıst</a:t>
            </a:r>
            <a:endParaRPr lang="tr-TR" sz="3000" b="1" dirty="0">
              <a:solidFill>
                <a:schemeClr val="accent1">
                  <a:lumMod val="60000"/>
                  <a:lumOff val="40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4" name="Resim 3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EE03AA7-20CD-2D3A-9997-86F222B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3" y="1812758"/>
            <a:ext cx="8518682" cy="4271952"/>
          </a:xfrm>
          <a:prstGeom prst="rect">
            <a:avLst/>
          </a:prstGeom>
        </p:spPr>
      </p:pic>
      <p:sp>
        <p:nvSpPr>
          <p:cNvPr id="5" name="Akış Çizelgesi: Bağlayıcı 4">
            <a:extLst>
              <a:ext uri="{FF2B5EF4-FFF2-40B4-BE49-F238E27FC236}">
                <a16:creationId xmlns:a16="http://schemas.microsoft.com/office/drawing/2014/main" id="{7BC7D110-7034-4A89-F4AB-2C2E6213CA45}"/>
              </a:ext>
            </a:extLst>
          </p:cNvPr>
          <p:cNvSpPr/>
          <p:nvPr/>
        </p:nvSpPr>
        <p:spPr>
          <a:xfrm>
            <a:off x="320842" y="3801978"/>
            <a:ext cx="8005010" cy="1860885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01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972748" y="300608"/>
            <a:ext cx="4421031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CLASS STRUCTURE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3" name="Tablo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8395"/>
              </p:ext>
            </p:extLst>
          </p:nvPr>
        </p:nvGraphicFramePr>
        <p:xfrm>
          <a:off x="505326" y="945491"/>
          <a:ext cx="8018452" cy="6001522"/>
        </p:xfrm>
        <a:graphic>
          <a:graphicData uri="http://schemas.openxmlformats.org/drawingml/2006/table">
            <a:tbl>
              <a:tblPr/>
              <a:tblGrid>
                <a:gridCol w="4009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386">
                <a:tc>
                  <a:txBody>
                    <a:bodyPr/>
                    <a:lstStyle/>
                    <a:p>
                      <a:r>
                        <a:rPr lang="en-GB" sz="2700" b="1" u="non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Class Name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700" b="1" u="non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Responsibility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908">
                <a:tc>
                  <a:txBody>
                    <a:bodyPr/>
                    <a:lstStyle/>
                    <a:p>
                      <a:r>
                        <a:rPr lang="en-GB" sz="1700" dirty="0" err="1"/>
                        <a:t>MainFrame</a:t>
                      </a:r>
                      <a:endParaRPr lang="en-GB" sz="1700" dirty="0"/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Main application frame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908">
                <a:tc>
                  <a:txBody>
                    <a:bodyPr/>
                    <a:lstStyle/>
                    <a:p>
                      <a:r>
                        <a:rPr lang="en-GB" sz="1700" dirty="0" err="1"/>
                        <a:t>MainPanel</a:t>
                      </a:r>
                      <a:endParaRPr lang="en-GB" sz="1700" dirty="0"/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Core panel with all features and tables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908">
                <a:tc>
                  <a:txBody>
                    <a:bodyPr/>
                    <a:lstStyle/>
                    <a:p>
                      <a:r>
                        <a:rPr lang="en-GB" sz="1700" dirty="0" err="1"/>
                        <a:t>AddCarDialog</a:t>
                      </a:r>
                      <a:endParaRPr lang="en-GB" sz="1700" dirty="0"/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Dialog window to add a new car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941">
                <a:tc>
                  <a:txBody>
                    <a:bodyPr/>
                    <a:lstStyle/>
                    <a:p>
                      <a:r>
                        <a:rPr lang="en-GB" sz="1700" dirty="0" err="1"/>
                        <a:t>SellCarDialog</a:t>
                      </a:r>
                      <a:endParaRPr lang="en-GB" sz="1700" dirty="0"/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Dialog window to complete a car sale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908">
                <a:tc>
                  <a:txBody>
                    <a:bodyPr/>
                    <a:lstStyle/>
                    <a:p>
                      <a:r>
                        <a:rPr lang="en-GB" sz="1700" dirty="0"/>
                        <a:t>Car</a:t>
                      </a:r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Data model representing a car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908">
                <a:tc>
                  <a:txBody>
                    <a:bodyPr/>
                    <a:lstStyle/>
                    <a:p>
                      <a:r>
                        <a:rPr lang="en-GB" sz="1700" err="1"/>
                        <a:t>SoldCar</a:t>
                      </a:r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Data model for a sold car with customer info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095">
                <a:tc>
                  <a:txBody>
                    <a:bodyPr/>
                    <a:lstStyle/>
                    <a:p>
                      <a:r>
                        <a:rPr lang="en-GB" sz="1700" dirty="0"/>
                        <a:t>Customer</a:t>
                      </a:r>
                    </a:p>
                    <a:p>
                      <a:pPr lvl="0">
                        <a:buNone/>
                      </a:pP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Holds buyer’s personal details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427">
                <a:tc>
                  <a:txBody>
                    <a:bodyPr/>
                    <a:lstStyle/>
                    <a:p>
                      <a:r>
                        <a:rPr lang="en-GB" sz="1700" dirty="0" err="1"/>
                        <a:t>CarDAO</a:t>
                      </a: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Handles database operations for cars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8192">
                <a:tc>
                  <a:txBody>
                    <a:bodyPr/>
                    <a:lstStyle/>
                    <a:p>
                      <a:r>
                        <a:rPr lang="en-GB" sz="1700" dirty="0" err="1"/>
                        <a:t>SoldCarDAO</a:t>
                      </a:r>
                      <a:endParaRPr lang="en-GB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Handles DB operations for sold cars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34CB68E1-08A3-02B3-CCEE-4B59B9EAD31D}"/>
              </a:ext>
            </a:extLst>
          </p:cNvPr>
          <p:cNvCxnSpPr/>
          <p:nvPr/>
        </p:nvCxnSpPr>
        <p:spPr>
          <a:xfrm flipV="1">
            <a:off x="1918416" y="1984027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544D9300-C7AE-24CB-4A35-7D3A1DA2255E}"/>
              </a:ext>
            </a:extLst>
          </p:cNvPr>
          <p:cNvCxnSpPr>
            <a:cxnSpLocks/>
          </p:cNvCxnSpPr>
          <p:nvPr/>
        </p:nvCxnSpPr>
        <p:spPr>
          <a:xfrm>
            <a:off x="1901606" y="2656914"/>
            <a:ext cx="2307795" cy="3231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>
            <a:extLst>
              <a:ext uri="{FF2B5EF4-FFF2-40B4-BE49-F238E27FC236}">
                <a16:creationId xmlns:a16="http://schemas.microsoft.com/office/drawing/2014/main" id="{C5A722CD-B052-0C38-5A21-9419E13B2A6E}"/>
              </a:ext>
            </a:extLst>
          </p:cNvPr>
          <p:cNvCxnSpPr>
            <a:cxnSpLocks/>
          </p:cNvCxnSpPr>
          <p:nvPr/>
        </p:nvCxnSpPr>
        <p:spPr>
          <a:xfrm flipV="1">
            <a:off x="1918416" y="3190176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CA8FE0D5-A49B-192C-6A9B-DB8A30DAB8F0}"/>
              </a:ext>
            </a:extLst>
          </p:cNvPr>
          <p:cNvCxnSpPr>
            <a:cxnSpLocks/>
          </p:cNvCxnSpPr>
          <p:nvPr/>
        </p:nvCxnSpPr>
        <p:spPr>
          <a:xfrm flipV="1">
            <a:off x="1901606" y="3921152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5E448CC0-CC54-345E-AEE1-352D1A50B21A}"/>
              </a:ext>
            </a:extLst>
          </p:cNvPr>
          <p:cNvCxnSpPr>
            <a:cxnSpLocks/>
          </p:cNvCxnSpPr>
          <p:nvPr/>
        </p:nvCxnSpPr>
        <p:spPr>
          <a:xfrm flipV="1">
            <a:off x="1918415" y="4513376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92224932-BFE1-5799-546F-A682B0E09724}"/>
              </a:ext>
            </a:extLst>
          </p:cNvPr>
          <p:cNvCxnSpPr>
            <a:cxnSpLocks/>
          </p:cNvCxnSpPr>
          <p:nvPr/>
        </p:nvCxnSpPr>
        <p:spPr>
          <a:xfrm flipV="1">
            <a:off x="1918416" y="5142250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220C4E00-B16C-2BB9-65B9-558FCDE8EA52}"/>
              </a:ext>
            </a:extLst>
          </p:cNvPr>
          <p:cNvCxnSpPr>
            <a:cxnSpLocks/>
          </p:cNvCxnSpPr>
          <p:nvPr/>
        </p:nvCxnSpPr>
        <p:spPr>
          <a:xfrm flipV="1">
            <a:off x="1901606" y="5704560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E6DAEDC5-0196-32E1-3104-BFD598CE2D1A}"/>
              </a:ext>
            </a:extLst>
          </p:cNvPr>
          <p:cNvCxnSpPr>
            <a:cxnSpLocks/>
          </p:cNvCxnSpPr>
          <p:nvPr/>
        </p:nvCxnSpPr>
        <p:spPr>
          <a:xfrm flipV="1">
            <a:off x="1907210" y="6254793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ECBF14C6-9AA6-44B0-B701-48A26C0F5CDA}"/>
              </a:ext>
            </a:extLst>
          </p:cNvPr>
          <p:cNvCxnSpPr>
            <a:cxnSpLocks/>
          </p:cNvCxnSpPr>
          <p:nvPr/>
        </p:nvCxnSpPr>
        <p:spPr>
          <a:xfrm flipV="1">
            <a:off x="1907209" y="6658204"/>
            <a:ext cx="2296590" cy="79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19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3C3E1C-D83A-4F18-3612-22E460322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351" y="0"/>
            <a:ext cx="4040992" cy="1343505"/>
          </a:xfrm>
        </p:spPr>
        <p:txBody>
          <a:bodyPr/>
          <a:lstStyle/>
          <a:p>
            <a:pPr algn="ctr"/>
            <a:r>
              <a:rPr lang="tr-TR" b="1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Database </a:t>
            </a:r>
            <a:r>
              <a:rPr lang="tr-TR" b="1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schema</a:t>
            </a:r>
            <a:endParaRPr lang="tr-TR" b="1" dirty="0">
              <a:solidFill>
                <a:schemeClr val="accent1">
                  <a:lumMod val="60000"/>
                  <a:lumOff val="40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3" name="Resim 2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4951ECD-2B86-43E2-E2D3-968A4D050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1" y="1320194"/>
            <a:ext cx="7508032" cy="4865650"/>
          </a:xfrm>
          <a:prstGeom prst="rect">
            <a:avLst/>
          </a:prstGeom>
        </p:spPr>
      </p:pic>
      <p:cxnSp>
        <p:nvCxnSpPr>
          <p:cNvPr id="5" name="Düz Bağlayıcı 4"/>
          <p:cNvCxnSpPr/>
          <p:nvPr/>
        </p:nvCxnSpPr>
        <p:spPr>
          <a:xfrm flipV="1">
            <a:off x="1973179" y="2181726"/>
            <a:ext cx="1227221" cy="1788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üz Bağlayıcı 5"/>
          <p:cNvCxnSpPr/>
          <p:nvPr/>
        </p:nvCxnSpPr>
        <p:spPr>
          <a:xfrm>
            <a:off x="4863567" y="2277979"/>
            <a:ext cx="2122770" cy="713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580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861544"/>
            <a:ext cx="192561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b="1" dirty="0">
              <a:latin typeface="Arial Unicode MS"/>
              <a:ea typeface="Arial Unicode MS"/>
              <a:cs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id (INT, PK)</a:t>
            </a: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0" i="0" u="none" strike="noStrike" cap="none" baseline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brand (VARCHAR)</a:t>
            </a: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0" i="0" u="none" strike="noStrike" cap="none" baseline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model (VARCHAR)</a:t>
            </a:r>
            <a:endParaRPr lang="en-US" altLang="en-US" sz="1500" b="0" i="0" u="none" strike="noStrike" cap="none" baseline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km (INT)</a:t>
            </a: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fault_status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</a:t>
            </a: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(VARCHAR)</a:t>
            </a: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500" b="0" i="0" u="none" strike="noStrike" cap="none" baseline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sale_price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(DOUBLE)</a:t>
            </a:r>
            <a:endParaRPr kumimoji="0" lang="tr-TR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0" i="0" u="none" strike="noStrike" cap="none" baseline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image_path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 (VARCHAR)</a:t>
            </a:r>
            <a:endParaRPr lang="en-US" altLang="en-US" sz="1500" b="0" i="0" u="none" strike="noStrike" cap="none" baseline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Resim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1BA7138-D60E-9DFE-004A-F4399D75C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793" y="1887276"/>
            <a:ext cx="7328648" cy="1794768"/>
          </a:xfrm>
          <a:prstGeom prst="rect">
            <a:avLst/>
          </a:prstGeom>
        </p:spPr>
      </p:pic>
      <p:pic>
        <p:nvPicPr>
          <p:cNvPr id="6" name="Resim 5" descr="metin, yazılım, bilgisayar simgesi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D2CB164-2C8B-D265-4B18-10B85CAA0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38" y="4389064"/>
            <a:ext cx="8162925" cy="2181225"/>
          </a:xfrm>
          <a:prstGeom prst="rect">
            <a:avLst/>
          </a:prstGeom>
        </p:spPr>
      </p:pic>
      <p:sp>
        <p:nvSpPr>
          <p:cNvPr id="8" name="Akış Çizelgesi: Bağlayıcı 7">
            <a:extLst>
              <a:ext uri="{FF2B5EF4-FFF2-40B4-BE49-F238E27FC236}">
                <a16:creationId xmlns:a16="http://schemas.microsoft.com/office/drawing/2014/main" id="{238FB514-4674-9AFA-B236-0014B80762AC}"/>
              </a:ext>
            </a:extLst>
          </p:cNvPr>
          <p:cNvSpPr/>
          <p:nvPr/>
        </p:nvSpPr>
        <p:spPr>
          <a:xfrm>
            <a:off x="1975218" y="2027144"/>
            <a:ext cx="303694" cy="264363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Ok: Sağ 9">
            <a:extLst>
              <a:ext uri="{FF2B5EF4-FFF2-40B4-BE49-F238E27FC236}">
                <a16:creationId xmlns:a16="http://schemas.microsoft.com/office/drawing/2014/main" id="{4AAAEB51-31A0-ADAA-27E0-CBFA953C2A57}"/>
              </a:ext>
            </a:extLst>
          </p:cNvPr>
          <p:cNvSpPr/>
          <p:nvPr/>
        </p:nvSpPr>
        <p:spPr>
          <a:xfrm rot="4980000">
            <a:off x="1352754" y="3140464"/>
            <a:ext cx="1852316" cy="483008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Dikdörtgen 1"/>
          <p:cNvSpPr/>
          <p:nvPr/>
        </p:nvSpPr>
        <p:spPr>
          <a:xfrm>
            <a:off x="165436" y="389323"/>
            <a:ext cx="17961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TABLE : CARS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054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DF3167-061F-B3D8-6F70-7141CF0AF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94" y="1369213"/>
            <a:ext cx="1777543" cy="4865494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1100" b="1" dirty="0">
              <a:latin typeface="Segoe UI"/>
              <a:cs typeface="Segoe U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100" b="1" dirty="0"/>
              <a:t>id</a:t>
            </a:r>
            <a:r>
              <a:rPr lang="en-GB" sz="1100" dirty="0"/>
              <a:t> (INT, PRIMARY KEY)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/>
              <a:t>brand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/>
              <a:t>model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/>
              <a:t>km</a:t>
            </a:r>
            <a:r>
              <a:rPr lang="en-GB" sz="1100" dirty="0"/>
              <a:t> (INT)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 err="1"/>
              <a:t>fault_status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 err="1"/>
              <a:t>customer_name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 err="1"/>
              <a:t>customer_surname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/>
              <a:t>email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/>
              <a:t>phone</a:t>
            </a:r>
            <a:r>
              <a:rPr lang="en-GB" sz="1100" dirty="0"/>
              <a:t> (VARCHAR)</a:t>
            </a:r>
            <a:endParaRPr lang="tr-TR" sz="1100" dirty="0"/>
          </a:p>
          <a:p>
            <a:pPr>
              <a:buFont typeface="Arial" panose="020B0604020202020204" pitchFamily="34" charset="0"/>
              <a:buChar char="•"/>
            </a:pPr>
            <a:br>
              <a:rPr lang="en-GB" sz="1100" dirty="0"/>
            </a:br>
            <a:r>
              <a:rPr lang="en-GB" sz="1100" b="1" dirty="0" err="1"/>
              <a:t>sale_price</a:t>
            </a:r>
            <a:r>
              <a:rPr lang="en-GB" sz="1100" dirty="0"/>
              <a:t> (DOUBLE)</a:t>
            </a:r>
            <a:endParaRPr lang="en-US" sz="1100" dirty="0">
              <a:latin typeface="Arial"/>
              <a:ea typeface="Calibri"/>
              <a:cs typeface="Arial"/>
            </a:endParaRPr>
          </a:p>
        </p:txBody>
      </p:sp>
      <p:pic>
        <p:nvPicPr>
          <p:cNvPr id="8" name="Resim 7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E1D0DD-B9DE-F74D-1F1F-26D67D5C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470" y="1171802"/>
            <a:ext cx="6858000" cy="1992620"/>
          </a:xfrm>
          <a:prstGeom prst="rect">
            <a:avLst/>
          </a:prstGeom>
        </p:spPr>
      </p:pic>
      <p:pic>
        <p:nvPicPr>
          <p:cNvPr id="9" name="Resim 8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42D0B43-3214-087C-00C5-0645F48AB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837" y="4096139"/>
            <a:ext cx="6991265" cy="2103735"/>
          </a:xfrm>
          <a:prstGeom prst="rect">
            <a:avLst/>
          </a:prstGeom>
        </p:spPr>
      </p:pic>
      <p:sp>
        <p:nvSpPr>
          <p:cNvPr id="11" name="Akış Çizelgesi: Bağlayıcı 10">
            <a:extLst>
              <a:ext uri="{FF2B5EF4-FFF2-40B4-BE49-F238E27FC236}">
                <a16:creationId xmlns:a16="http://schemas.microsoft.com/office/drawing/2014/main" id="{244E70C8-83C6-34B1-ACBD-092201C22823}"/>
              </a:ext>
            </a:extLst>
          </p:cNvPr>
          <p:cNvSpPr/>
          <p:nvPr/>
        </p:nvSpPr>
        <p:spPr>
          <a:xfrm>
            <a:off x="2290982" y="1369213"/>
            <a:ext cx="436958" cy="356623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Ok: Sağ 12">
            <a:extLst>
              <a:ext uri="{FF2B5EF4-FFF2-40B4-BE49-F238E27FC236}">
                <a16:creationId xmlns:a16="http://schemas.microsoft.com/office/drawing/2014/main" id="{758E31DA-4DFB-0CAC-F59C-BB94FBF5BDF6}"/>
              </a:ext>
            </a:extLst>
          </p:cNvPr>
          <p:cNvSpPr/>
          <p:nvPr/>
        </p:nvSpPr>
        <p:spPr>
          <a:xfrm rot="4980000">
            <a:off x="1639692" y="2783983"/>
            <a:ext cx="2190603" cy="462506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Dikdörtgen 1"/>
          <p:cNvSpPr/>
          <p:nvPr/>
        </p:nvSpPr>
        <p:spPr>
          <a:xfrm>
            <a:off x="217310" y="534023"/>
            <a:ext cx="2437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prstClr val="white"/>
              </a:buClr>
            </a:pPr>
            <a:r>
              <a:rPr lang="tr-T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TABLE: SOLD CARS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prstClr val="white"/>
              </a:buClr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073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439204" y="284566"/>
            <a:ext cx="426559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CODE SNIPPERTS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3971"/>
            <a:ext cx="5695207" cy="1996008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9790"/>
            <a:ext cx="5695207" cy="1989221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15900" y="2133600"/>
            <a:ext cx="4743450" cy="7683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Düz Ok Bağlayıcısı 17"/>
          <p:cNvCxnSpPr/>
          <p:nvPr/>
        </p:nvCxnSpPr>
        <p:spPr>
          <a:xfrm flipV="1">
            <a:off x="4959350" y="2065740"/>
            <a:ext cx="1136650" cy="44724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ikdörtgen 19"/>
          <p:cNvSpPr/>
          <p:nvPr/>
        </p:nvSpPr>
        <p:spPr>
          <a:xfrm>
            <a:off x="6096000" y="1797774"/>
            <a:ext cx="25971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All database operations in the application are initiated through this connection method.</a:t>
            </a:r>
          </a:p>
        </p:txBody>
      </p:sp>
      <p:sp>
        <p:nvSpPr>
          <p:cNvPr id="22" name="Oval 21"/>
          <p:cNvSpPr/>
          <p:nvPr/>
        </p:nvSpPr>
        <p:spPr>
          <a:xfrm>
            <a:off x="63500" y="3860665"/>
            <a:ext cx="4743450" cy="7683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Düz Ok Bağlayıcısı 22"/>
          <p:cNvCxnSpPr>
            <a:endCxn id="32" idx="1"/>
          </p:cNvCxnSpPr>
          <p:nvPr/>
        </p:nvCxnSpPr>
        <p:spPr>
          <a:xfrm flipV="1">
            <a:off x="4806950" y="3797595"/>
            <a:ext cx="1289050" cy="44724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6096000" y="3660610"/>
            <a:ext cx="25971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Retrieves all vehicles from the cars table.</a:t>
            </a:r>
          </a:p>
        </p:txBody>
      </p:sp>
      <p:sp>
        <p:nvSpPr>
          <p:cNvPr id="27" name="Oval 26"/>
          <p:cNvSpPr/>
          <p:nvPr/>
        </p:nvSpPr>
        <p:spPr>
          <a:xfrm>
            <a:off x="466354" y="4692084"/>
            <a:ext cx="3568700" cy="130231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Düz Ok Bağlayıcısı 27"/>
          <p:cNvCxnSpPr>
            <a:endCxn id="33" idx="1"/>
          </p:cNvCxnSpPr>
          <p:nvPr/>
        </p:nvCxnSpPr>
        <p:spPr>
          <a:xfrm flipV="1">
            <a:off x="4035054" y="4839184"/>
            <a:ext cx="2060946" cy="41592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kdörtgen 29"/>
          <p:cNvSpPr/>
          <p:nvPr/>
        </p:nvSpPr>
        <p:spPr>
          <a:xfrm>
            <a:off x="6096000" y="4636779"/>
            <a:ext cx="25971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Converts a row from SQL into a Java object (ORM logic).</a:t>
            </a:r>
          </a:p>
        </p:txBody>
      </p:sp>
      <p:sp>
        <p:nvSpPr>
          <p:cNvPr id="31" name="Dikdörtgen 30"/>
          <p:cNvSpPr/>
          <p:nvPr/>
        </p:nvSpPr>
        <p:spPr>
          <a:xfrm>
            <a:off x="6096000" y="1593850"/>
            <a:ext cx="2597150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Dikdörtgen 31"/>
          <p:cNvSpPr/>
          <p:nvPr/>
        </p:nvSpPr>
        <p:spPr>
          <a:xfrm>
            <a:off x="6096000" y="3381670"/>
            <a:ext cx="2597150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Dikdörtgen 32"/>
          <p:cNvSpPr/>
          <p:nvPr/>
        </p:nvSpPr>
        <p:spPr>
          <a:xfrm>
            <a:off x="6096000" y="4423259"/>
            <a:ext cx="2597150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93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447079" y="205786"/>
            <a:ext cx="426559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CODE SNIPPERTS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728"/>
            <a:ext cx="6633411" cy="1954111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9" y="3295045"/>
            <a:ext cx="4692316" cy="45975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628538"/>
            <a:ext cx="4692316" cy="75258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0" y="5771412"/>
            <a:ext cx="5622757" cy="432115"/>
          </a:xfrm>
          <a:prstGeom prst="rect">
            <a:avLst/>
          </a:prstGeom>
        </p:spPr>
      </p:pic>
      <p:sp>
        <p:nvSpPr>
          <p:cNvPr id="8" name="Dikdörtgen 7"/>
          <p:cNvSpPr/>
          <p:nvPr/>
        </p:nvSpPr>
        <p:spPr>
          <a:xfrm>
            <a:off x="6708380" y="949887"/>
            <a:ext cx="23264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Add New Vehicle (INSERT)</a:t>
            </a:r>
            <a:br>
              <a:rPr lang="en-GB" sz="1000" dirty="0"/>
            </a:br>
            <a:r>
              <a:rPr lang="en-GB" sz="1000" dirty="0"/>
              <a:t>SQL injection is prevented by using a parameterized query.</a:t>
            </a:r>
          </a:p>
        </p:txBody>
      </p:sp>
      <p:sp>
        <p:nvSpPr>
          <p:cNvPr id="9" name="Dikdörtgen 8"/>
          <p:cNvSpPr/>
          <p:nvPr/>
        </p:nvSpPr>
        <p:spPr>
          <a:xfrm>
            <a:off x="5528964" y="2168036"/>
            <a:ext cx="22689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Description: Values received from the user are safely inserted into SQL.</a:t>
            </a:r>
          </a:p>
        </p:txBody>
      </p:sp>
      <p:sp>
        <p:nvSpPr>
          <p:cNvPr id="10" name="Dikdörtgen 9"/>
          <p:cNvSpPr/>
          <p:nvPr/>
        </p:nvSpPr>
        <p:spPr>
          <a:xfrm>
            <a:off x="6048294" y="3196755"/>
            <a:ext cx="244165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1000" dirty="0"/>
          </a:p>
          <a:p>
            <a:r>
              <a:rPr lang="en-GB" sz="1000" dirty="0"/>
              <a:t>Deletes the selected vehicle from the database.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148873" y="4778996"/>
            <a:ext cx="22404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000" dirty="0"/>
              <a:t>Lists all sold vehicles from the </a:t>
            </a:r>
            <a:r>
              <a:rPr lang="en-GB" sz="1000" dirty="0" err="1"/>
              <a:t>sold_cars</a:t>
            </a:r>
            <a:r>
              <a:rPr lang="en-GB" sz="1000" dirty="0"/>
              <a:t> table.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56996" y="782253"/>
            <a:ext cx="6476414" cy="6737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Düz Ok Bağlayıcısı 15"/>
          <p:cNvCxnSpPr/>
          <p:nvPr/>
        </p:nvCxnSpPr>
        <p:spPr>
          <a:xfrm flipV="1">
            <a:off x="6512639" y="1175062"/>
            <a:ext cx="241544" cy="1307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kdörtgen 18"/>
          <p:cNvSpPr/>
          <p:nvPr/>
        </p:nvSpPr>
        <p:spPr>
          <a:xfrm>
            <a:off x="6754183" y="825500"/>
            <a:ext cx="2355606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198795" y="1455976"/>
            <a:ext cx="3466425" cy="152217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3665220" y="2188416"/>
            <a:ext cx="1736413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kdörtgen 21"/>
          <p:cNvSpPr/>
          <p:nvPr/>
        </p:nvSpPr>
        <p:spPr>
          <a:xfrm>
            <a:off x="5401633" y="1964804"/>
            <a:ext cx="2355606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Düz Ok Bağlayıcısı 24"/>
          <p:cNvCxnSpPr>
            <a:stCxn id="4" idx="3"/>
            <a:endCxn id="28" idx="1"/>
          </p:cNvCxnSpPr>
          <p:nvPr/>
        </p:nvCxnSpPr>
        <p:spPr>
          <a:xfrm>
            <a:off x="4718645" y="3524922"/>
            <a:ext cx="136128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kdörtgen 27"/>
          <p:cNvSpPr/>
          <p:nvPr/>
        </p:nvSpPr>
        <p:spPr>
          <a:xfrm>
            <a:off x="6079926" y="3196755"/>
            <a:ext cx="2355606" cy="65633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Dikdörtgen 31"/>
          <p:cNvSpPr/>
          <p:nvPr/>
        </p:nvSpPr>
        <p:spPr>
          <a:xfrm>
            <a:off x="6160162" y="4676661"/>
            <a:ext cx="2355606" cy="65633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Düz Ok Bağlayıcısı 32"/>
          <p:cNvCxnSpPr>
            <a:stCxn id="6" idx="3"/>
            <a:endCxn id="32" idx="1"/>
          </p:cNvCxnSpPr>
          <p:nvPr/>
        </p:nvCxnSpPr>
        <p:spPr>
          <a:xfrm>
            <a:off x="4692317" y="5004828"/>
            <a:ext cx="146784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37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42650" y="131470"/>
            <a:ext cx="426559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CODE SNIPPERTS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944"/>
            <a:ext cx="6307796" cy="2829643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5140"/>
            <a:ext cx="6307796" cy="69905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24222"/>
            <a:ext cx="5363323" cy="771633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84082"/>
            <a:ext cx="5001323" cy="409632"/>
          </a:xfrm>
          <a:prstGeom prst="rect">
            <a:avLst/>
          </a:prstGeom>
        </p:spPr>
      </p:pic>
      <p:sp>
        <p:nvSpPr>
          <p:cNvPr id="8" name="Dikdörtgen 7"/>
          <p:cNvSpPr/>
          <p:nvPr/>
        </p:nvSpPr>
        <p:spPr>
          <a:xfrm>
            <a:off x="7183405" y="3771107"/>
            <a:ext cx="157896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Data retrieved from the database is transferred to the </a:t>
            </a:r>
            <a:r>
              <a:rPr lang="en-GB" sz="1000" dirty="0" err="1"/>
              <a:t>JTable</a:t>
            </a:r>
            <a:r>
              <a:rPr lang="en-GB" sz="1000" dirty="0"/>
              <a:t>.</a:t>
            </a:r>
          </a:p>
        </p:txBody>
      </p:sp>
      <p:sp>
        <p:nvSpPr>
          <p:cNvPr id="9" name="Dikdörtgen 8"/>
          <p:cNvSpPr/>
          <p:nvPr/>
        </p:nvSpPr>
        <p:spPr>
          <a:xfrm>
            <a:off x="7075183" y="5016449"/>
            <a:ext cx="18554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Description: Used to reload the table from scratch each time.</a:t>
            </a:r>
          </a:p>
        </p:txBody>
      </p:sp>
      <p:sp>
        <p:nvSpPr>
          <p:cNvPr id="10" name="Dikdörtgen 9"/>
          <p:cNvSpPr/>
          <p:nvPr/>
        </p:nvSpPr>
        <p:spPr>
          <a:xfrm>
            <a:off x="6983739" y="6001845"/>
            <a:ext cx="21867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The sold vehicle is removed from the active vehicle </a:t>
            </a:r>
            <a:r>
              <a:rPr lang="en-GB" sz="1000" dirty="0" err="1"/>
              <a:t>lis</a:t>
            </a:r>
            <a:r>
              <a:rPr lang="tr-TR" sz="1000" dirty="0"/>
              <a:t>t.</a:t>
            </a:r>
            <a:endParaRPr lang="en-GB" sz="1000" dirty="0"/>
          </a:p>
        </p:txBody>
      </p:sp>
      <p:sp>
        <p:nvSpPr>
          <p:cNvPr id="11" name="Dikdörtgen 10"/>
          <p:cNvSpPr/>
          <p:nvPr/>
        </p:nvSpPr>
        <p:spPr>
          <a:xfrm>
            <a:off x="6861829" y="810649"/>
            <a:ext cx="22821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When a vehicle is sold, the sales information is recorded in a separate 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-176712" y="2031899"/>
            <a:ext cx="3780747" cy="151656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Dikdörtgen 12"/>
          <p:cNvSpPr/>
          <p:nvPr/>
        </p:nvSpPr>
        <p:spPr>
          <a:xfrm>
            <a:off x="6814917" y="708469"/>
            <a:ext cx="2355606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Düz Ok Bağlayıcısı 13"/>
          <p:cNvCxnSpPr>
            <a:stCxn id="19" idx="6"/>
          </p:cNvCxnSpPr>
          <p:nvPr/>
        </p:nvCxnSpPr>
        <p:spPr>
          <a:xfrm flipV="1">
            <a:off x="6380627" y="1022330"/>
            <a:ext cx="434290" cy="5002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6983739" y="2069043"/>
            <a:ext cx="203835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Both vehicle and customer information are recorded in the </a:t>
            </a:r>
            <a:r>
              <a:rPr lang="en-GB" sz="1000" dirty="0" err="1"/>
              <a:t>sold_cars</a:t>
            </a:r>
            <a:r>
              <a:rPr lang="en-GB" sz="1000" dirty="0"/>
              <a:t> table.</a:t>
            </a:r>
          </a:p>
        </p:txBody>
      </p:sp>
      <p:sp>
        <p:nvSpPr>
          <p:cNvPr id="19" name="Oval 18"/>
          <p:cNvSpPr/>
          <p:nvPr/>
        </p:nvSpPr>
        <p:spPr>
          <a:xfrm>
            <a:off x="-225127" y="735490"/>
            <a:ext cx="6605754" cy="6737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Dikdörtgen 20"/>
          <p:cNvSpPr/>
          <p:nvPr/>
        </p:nvSpPr>
        <p:spPr>
          <a:xfrm>
            <a:off x="6768005" y="1923748"/>
            <a:ext cx="2355606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Düz Ok Bağlayıcısı 21"/>
          <p:cNvCxnSpPr>
            <a:endCxn id="21" idx="1"/>
          </p:cNvCxnSpPr>
          <p:nvPr/>
        </p:nvCxnSpPr>
        <p:spPr>
          <a:xfrm flipV="1">
            <a:off x="3604035" y="2339673"/>
            <a:ext cx="3163970" cy="37522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>
            <a:endCxn id="26" idx="1"/>
          </p:cNvCxnSpPr>
          <p:nvPr/>
        </p:nvCxnSpPr>
        <p:spPr>
          <a:xfrm>
            <a:off x="4076504" y="4037981"/>
            <a:ext cx="2691501" cy="4975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6768005" y="3671813"/>
            <a:ext cx="2355606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Dikdörtgen 29"/>
          <p:cNvSpPr/>
          <p:nvPr/>
        </p:nvSpPr>
        <p:spPr>
          <a:xfrm>
            <a:off x="6768005" y="4746483"/>
            <a:ext cx="2355606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Dikdörtgen 30"/>
          <p:cNvSpPr/>
          <p:nvPr/>
        </p:nvSpPr>
        <p:spPr>
          <a:xfrm>
            <a:off x="6768004" y="5787727"/>
            <a:ext cx="2355607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Düz Ok Bağlayıcısı 31"/>
          <p:cNvCxnSpPr>
            <a:endCxn id="30" idx="1"/>
          </p:cNvCxnSpPr>
          <p:nvPr/>
        </p:nvCxnSpPr>
        <p:spPr>
          <a:xfrm flipV="1">
            <a:off x="5363323" y="5162408"/>
            <a:ext cx="1404682" cy="4643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>
            <a:endCxn id="31" idx="1"/>
          </p:cNvCxnSpPr>
          <p:nvPr/>
        </p:nvCxnSpPr>
        <p:spPr>
          <a:xfrm flipV="1">
            <a:off x="5004115" y="6203652"/>
            <a:ext cx="1763889" cy="158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652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708845" y="208287"/>
            <a:ext cx="426559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CODE SNIPPERTS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710"/>
            <a:ext cx="6088333" cy="143847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3651"/>
            <a:ext cx="6076950" cy="1749620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6934200" y="1277035"/>
            <a:ext cx="2118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When the database changes, the GUI is updated automatically.</a:t>
            </a:r>
          </a:p>
        </p:txBody>
      </p:sp>
      <p:sp>
        <p:nvSpPr>
          <p:cNvPr id="7" name="Dikdörtgen 6"/>
          <p:cNvSpPr/>
          <p:nvPr/>
        </p:nvSpPr>
        <p:spPr>
          <a:xfrm>
            <a:off x="7033260" y="4291618"/>
            <a:ext cx="2110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Filtering is performed based on brand or model search.</a:t>
            </a: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088333" y="4538111"/>
            <a:ext cx="4576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/>
          <p:cNvSpPr/>
          <p:nvPr/>
        </p:nvSpPr>
        <p:spPr>
          <a:xfrm>
            <a:off x="6545965" y="1152383"/>
            <a:ext cx="2545208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ikdörtgen 9"/>
          <p:cNvSpPr/>
          <p:nvPr/>
        </p:nvSpPr>
        <p:spPr>
          <a:xfrm>
            <a:off x="6545965" y="4075748"/>
            <a:ext cx="2506595" cy="8318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Düz Ok Bağlayıcısı 10"/>
          <p:cNvCxnSpPr/>
          <p:nvPr/>
        </p:nvCxnSpPr>
        <p:spPr>
          <a:xfrm>
            <a:off x="6076950" y="1613821"/>
            <a:ext cx="469015" cy="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373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666029" y="161266"/>
            <a:ext cx="338464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CHALLANGES FACED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646014"/>
            <a:ext cx="9144000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Java connects to a database for the first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was difficult at first to understand how JDBC works, especially how connections, statements, and results interact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each other.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2-B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alancing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GUI design and database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a clean and functional GUI using Swing while also managing database access behind the scenes was a new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kind of multitasking.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JTable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JTable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looked simple at first, but rendering custom headers, updating data after every </a:t>
            </a:r>
            <a:r>
              <a:rPr kumimoji="0" lang="en-US" altLang="en-US" sz="15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change,and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making it non-editable</a:t>
            </a:r>
            <a:r>
              <a:rPr lang="tr-TR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 a lot of trial and error.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Inserting and retrieving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image paths, showing selected images, and displaying them inside the GUI took some time to figure 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5-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DAO structure and separating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to write database logic separately in DAO classes instead of mixing it with GUI code was a bit challenging 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very educational.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6-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Keeping everything synchronized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sure that when something is sold or deleted, the tables, lists, and database are all updated correctly without bugs.</a:t>
            </a: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7-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small mistakes that caused big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 a missing column name or forgetting to update the table model led to hours of debugging.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en-US" sz="15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69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91111" y="234730"/>
            <a:ext cx="6961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CONCLUSIONS &amp; FUTURE IMPROVEMENTS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0947" y="871646"/>
            <a:ext cx="617027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roject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manages core dealership operations</a:t>
            </a:r>
            <a:endParaRPr kumimoji="0" lang="tr-TR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is functional and clean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Possible future upgrades:</a:t>
            </a:r>
            <a:endParaRPr kumimoji="0" lang="tr-TR" altLang="en-US" sz="22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filtering (added/sold date)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role management (admin/user)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reports (PDF/Excel)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to a web-based application (Spring Boot + React)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714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735696" y="164250"/>
            <a:ext cx="36726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LIVE DEMOSTRATION</a:t>
            </a:r>
            <a:endParaRPr lang="en-GB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689810" y="1489321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Open and run the project live</a:t>
            </a:r>
            <a:endParaRPr lang="tr-T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tr-T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tr-T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Show the full flow: </a:t>
            </a:r>
            <a:r>
              <a:rPr lang="tr-TR" dirty="0" err="1"/>
              <a:t>register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login</a:t>
            </a:r>
            <a:r>
              <a:rPr lang="en-GB" dirty="0"/>
              <a:t> → add car → sell car → see sold cars</a:t>
            </a:r>
            <a:br>
              <a:rPr lang="en-GB" dirty="0"/>
            </a:br>
            <a:endParaRPr lang="tr-T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0001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ökyüzü">
  <a:themeElements>
    <a:clrScheme name="Gökyüzü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Gökyüzü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ökyüzü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TM03457452[[fn=Gökyüzü]]</Template>
  <TotalTime>127</TotalTime>
  <Words>899</Words>
  <Application>Microsoft Office PowerPoint</Application>
  <PresentationFormat>Ekran Gösterisi (4:3)</PresentationFormat>
  <Paragraphs>157</Paragraphs>
  <Slides>22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30" baseType="lpstr">
      <vt:lpstr>Arial</vt:lpstr>
      <vt:lpstr>Arial Unicode MS</vt:lpstr>
      <vt:lpstr>Calibri</vt:lpstr>
      <vt:lpstr>Calibri Light</vt:lpstr>
      <vt:lpstr>Segoe UI</vt:lpstr>
      <vt:lpstr>Times New Roman</vt:lpstr>
      <vt:lpstr>Wingdings</vt:lpstr>
      <vt:lpstr>Gökyüzü</vt:lpstr>
      <vt:lpstr>PowerPoint Sunusu</vt:lpstr>
      <vt:lpstr>PowerPoint Sunusu</vt:lpstr>
      <vt:lpstr>Technologies Used </vt:lpstr>
      <vt:lpstr>PowerPoint Sunusu</vt:lpstr>
      <vt:lpstr>PowerPoint Sunusu</vt:lpstr>
      <vt:lpstr>Logın page</vt:lpstr>
      <vt:lpstr>Sıgn up page</vt:lpstr>
      <vt:lpstr>Maın panel</vt:lpstr>
      <vt:lpstr>Addıng a car</vt:lpstr>
      <vt:lpstr>Sellıng a car</vt:lpstr>
      <vt:lpstr>Sold cars lıst</vt:lpstr>
      <vt:lpstr>PowerPoint Sunusu</vt:lpstr>
      <vt:lpstr>Database schema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Ali Kamer DAVALCIOĞLU</dc:creator>
  <cp:keywords/>
  <dc:description>generated using python-pptx</dc:description>
  <cp:lastModifiedBy>Kani Gül</cp:lastModifiedBy>
  <cp:revision>405</cp:revision>
  <dcterms:created xsi:type="dcterms:W3CDTF">2013-01-27T09:14:16Z</dcterms:created>
  <dcterms:modified xsi:type="dcterms:W3CDTF">2025-12-30T19:25:18Z</dcterms:modified>
  <cp:category/>
</cp:coreProperties>
</file>